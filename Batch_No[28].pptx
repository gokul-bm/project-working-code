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744" r:id="rId1"/>
  </p:sldMasterIdLst>
  <p:notesMasterIdLst>
    <p:notesMasterId r:id="rId23"/>
  </p:notesMasterIdLst>
  <p:sldIdLst>
    <p:sldId id="256" r:id="rId2"/>
    <p:sldId id="287" r:id="rId3"/>
    <p:sldId id="257" r:id="rId4"/>
    <p:sldId id="340" r:id="rId5"/>
    <p:sldId id="351" r:id="rId6"/>
    <p:sldId id="352" r:id="rId7"/>
    <p:sldId id="299" r:id="rId8"/>
    <p:sldId id="353" r:id="rId9"/>
    <p:sldId id="354" r:id="rId10"/>
    <p:sldId id="350" r:id="rId11"/>
    <p:sldId id="355" r:id="rId12"/>
    <p:sldId id="356" r:id="rId13"/>
    <p:sldId id="360" r:id="rId14"/>
    <p:sldId id="344" r:id="rId15"/>
    <p:sldId id="357" r:id="rId16"/>
    <p:sldId id="348" r:id="rId17"/>
    <p:sldId id="275" r:id="rId18"/>
    <p:sldId id="346" r:id="rId19"/>
    <p:sldId id="270" r:id="rId20"/>
    <p:sldId id="271" r:id="rId21"/>
    <p:sldId id="320" r:id="rId22"/>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 uri="{2D200454-40CA-4A62-9FC3-DE9A4176ACB9}">
      <p15:notesGuideLst xmlns:p15="http://schemas.microsoft.com/office/powerpoint/2012/main">
        <p15:guide id="1" orient="horz" pos="2880">
          <p15:clr>
            <a:srgbClr val="A4A3A4"/>
          </p15:clr>
        </p15:guide>
        <p15:guide id="2" pos="2160">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2B5FF3"/>
    <a:srgbClr val="000066"/>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21544" autoAdjust="0"/>
    <p:restoredTop sz="99822" autoAdjust="0"/>
  </p:normalViewPr>
  <p:slideViewPr>
    <p:cSldViewPr>
      <p:cViewPr varScale="1">
        <p:scale>
          <a:sx n="82" d="100"/>
          <a:sy n="82" d="100"/>
        </p:scale>
        <p:origin x="418" y="72"/>
      </p:cViewPr>
      <p:guideLst>
        <p:guide orient="horz" pos="2160"/>
        <p:guide pos="3840"/>
      </p:guideLst>
    </p:cSldViewPr>
  </p:slideViewPr>
  <p:outlineViewPr>
    <p:cViewPr>
      <p:scale>
        <a:sx n="33" d="100"/>
        <a:sy n="33" d="100"/>
      </p:scale>
      <p:origin x="0" y="0"/>
    </p:cViewPr>
  </p:outlineViewPr>
  <p:notesTextViewPr>
    <p:cViewPr>
      <p:scale>
        <a:sx n="100" d="100"/>
        <a:sy n="100" d="100"/>
      </p:scale>
      <p:origin x="0" y="0"/>
    </p:cViewPr>
  </p:notesTextViewPr>
  <p:sorterViewPr>
    <p:cViewPr>
      <p:scale>
        <a:sx n="66" d="100"/>
        <a:sy n="66" d="100"/>
      </p:scale>
      <p:origin x="0" y="0"/>
    </p:cViewPr>
  </p:sorterViewPr>
  <p:notesViewPr>
    <p:cSldViewPr>
      <p:cViewPr varScale="1">
        <p:scale>
          <a:sx n="51" d="100"/>
          <a:sy n="51" d="100"/>
        </p:scale>
        <p:origin x="-2736" y="-102"/>
      </p:cViewPr>
      <p:guideLst>
        <p:guide orient="horz" pos="2880"/>
        <p:guide pos="2160"/>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theme" Target="theme/theme1.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notesMaster" Target="notesMasters/notesMaster1.xml"/><Relationship Id="rId28" Type="http://schemas.microsoft.com/office/2016/11/relationships/changesInfo" Target="changesInfos/changesInfo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tableStyles" Target="tableStyle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deepa warad" userId="5738be76f1b4368f" providerId="LiveId" clId="{73273111-F518-4E8E-A106-BD9ED088CA00}"/>
    <pc:docChg chg="undo redo custSel addSld delSld modSld sldOrd modMainMaster">
      <pc:chgData name="deepa warad" userId="5738be76f1b4368f" providerId="LiveId" clId="{73273111-F518-4E8E-A106-BD9ED088CA00}" dt="2024-12-13T07:05:56.458" v="319" actId="20577"/>
      <pc:docMkLst>
        <pc:docMk/>
      </pc:docMkLst>
      <pc:sldChg chg="delSp modSp mod">
        <pc:chgData name="deepa warad" userId="5738be76f1b4368f" providerId="LiveId" clId="{73273111-F518-4E8E-A106-BD9ED088CA00}" dt="2024-12-13T07:05:56.458" v="319" actId="20577"/>
        <pc:sldMkLst>
          <pc:docMk/>
          <pc:sldMk cId="0" sldId="256"/>
        </pc:sldMkLst>
        <pc:spChg chg="mod">
          <ac:chgData name="deepa warad" userId="5738be76f1b4368f" providerId="LiveId" clId="{73273111-F518-4E8E-A106-BD9ED088CA00}" dt="2024-12-02T03:52:17.044" v="31" actId="1076"/>
          <ac:spMkLst>
            <pc:docMk/>
            <pc:sldMk cId="0" sldId="256"/>
            <ac:spMk id="2" creationId="{00000000-0000-0000-0000-000000000000}"/>
          </ac:spMkLst>
        </pc:spChg>
        <pc:spChg chg="mod">
          <ac:chgData name="deepa warad" userId="5738be76f1b4368f" providerId="LiveId" clId="{73273111-F518-4E8E-A106-BD9ED088CA00}" dt="2024-12-02T03:51:33.666" v="25" actId="14100"/>
          <ac:spMkLst>
            <pc:docMk/>
            <pc:sldMk cId="0" sldId="256"/>
            <ac:spMk id="8" creationId="{00000000-0000-0000-0000-000000000000}"/>
          </ac:spMkLst>
        </pc:spChg>
        <pc:spChg chg="mod">
          <ac:chgData name="deepa warad" userId="5738be76f1b4368f" providerId="LiveId" clId="{73273111-F518-4E8E-A106-BD9ED088CA00}" dt="2024-12-02T03:51:44.420" v="26" actId="1076"/>
          <ac:spMkLst>
            <pc:docMk/>
            <pc:sldMk cId="0" sldId="256"/>
            <ac:spMk id="9" creationId="{00000000-0000-0000-0000-000000000000}"/>
          </ac:spMkLst>
        </pc:spChg>
        <pc:spChg chg="mod">
          <ac:chgData name="deepa warad" userId="5738be76f1b4368f" providerId="LiveId" clId="{73273111-F518-4E8E-A106-BD9ED088CA00}" dt="2024-12-02T03:53:00.999" v="56" actId="20577"/>
          <ac:spMkLst>
            <pc:docMk/>
            <pc:sldMk cId="0" sldId="256"/>
            <ac:spMk id="11" creationId="{00000000-0000-0000-0000-000000000000}"/>
          </ac:spMkLst>
        </pc:spChg>
      </pc:sldChg>
      <pc:sldChg chg="modSp">
        <pc:chgData name="deepa warad" userId="5738be76f1b4368f" providerId="LiveId" clId="{73273111-F518-4E8E-A106-BD9ED088CA00}" dt="2024-12-02T03:59:33.342" v="97"/>
        <pc:sldMkLst>
          <pc:docMk/>
          <pc:sldMk cId="0" sldId="257"/>
        </pc:sldMkLst>
        <pc:spChg chg="mod">
          <ac:chgData name="deepa warad" userId="5738be76f1b4368f" providerId="LiveId" clId="{73273111-F518-4E8E-A106-BD9ED088CA00}" dt="2024-12-02T03:59:33.342" v="97"/>
          <ac:spMkLst>
            <pc:docMk/>
            <pc:sldMk cId="0" sldId="257"/>
            <ac:spMk id="4" creationId="{5CD64878-040F-43D3-8C50-5126F2C2CDC1}"/>
          </ac:spMkLst>
        </pc:spChg>
        <pc:spChg chg="mod">
          <ac:chgData name="deepa warad" userId="5738be76f1b4368f" providerId="LiveId" clId="{73273111-F518-4E8E-A106-BD9ED088CA00}" dt="2024-12-02T03:59:33.342" v="97"/>
          <ac:spMkLst>
            <pc:docMk/>
            <pc:sldMk cId="0" sldId="257"/>
            <ac:spMk id="5" creationId="{9218EC12-73AA-4416-AB80-CFE95158E424}"/>
          </ac:spMkLst>
        </pc:spChg>
        <pc:spChg chg="mod">
          <ac:chgData name="deepa warad" userId="5738be76f1b4368f" providerId="LiveId" clId="{73273111-F518-4E8E-A106-BD9ED088CA00}" dt="2024-12-02T03:59:33.342" v="97"/>
          <ac:spMkLst>
            <pc:docMk/>
            <pc:sldMk cId="0" sldId="257"/>
            <ac:spMk id="7" creationId="{B251B2EA-778B-412E-9857-F89F9B20D7C5}"/>
          </ac:spMkLst>
        </pc:spChg>
      </pc:sldChg>
      <pc:sldChg chg="modSp del mod">
        <pc:chgData name="deepa warad" userId="5738be76f1b4368f" providerId="LiveId" clId="{73273111-F518-4E8E-A106-BD9ED088CA00}" dt="2024-12-02T08:16:22.090" v="104" actId="47"/>
        <pc:sldMkLst>
          <pc:docMk/>
          <pc:sldMk cId="0" sldId="266"/>
        </pc:sldMkLst>
      </pc:sldChg>
      <pc:sldChg chg="modSp">
        <pc:chgData name="deepa warad" userId="5738be76f1b4368f" providerId="LiveId" clId="{73273111-F518-4E8E-A106-BD9ED088CA00}" dt="2024-12-02T03:59:33.342" v="97"/>
        <pc:sldMkLst>
          <pc:docMk/>
          <pc:sldMk cId="0" sldId="270"/>
        </pc:sldMkLst>
        <pc:spChg chg="mod">
          <ac:chgData name="deepa warad" userId="5738be76f1b4368f" providerId="LiveId" clId="{73273111-F518-4E8E-A106-BD9ED088CA00}" dt="2024-12-02T03:59:33.342" v="97"/>
          <ac:spMkLst>
            <pc:docMk/>
            <pc:sldMk cId="0" sldId="270"/>
            <ac:spMk id="2" creationId="{DFA78DEB-6914-4A76-B9B4-66FB89B00F93}"/>
          </ac:spMkLst>
        </pc:spChg>
        <pc:spChg chg="mod">
          <ac:chgData name="deepa warad" userId="5738be76f1b4368f" providerId="LiveId" clId="{73273111-F518-4E8E-A106-BD9ED088CA00}" dt="2024-12-02T03:59:33.342" v="97"/>
          <ac:spMkLst>
            <pc:docMk/>
            <pc:sldMk cId="0" sldId="270"/>
            <ac:spMk id="4" creationId="{A7C2A149-87F3-4546-B37B-612BD139184B}"/>
          </ac:spMkLst>
        </pc:spChg>
        <pc:spChg chg="mod">
          <ac:chgData name="deepa warad" userId="5738be76f1b4368f" providerId="LiveId" clId="{73273111-F518-4E8E-A106-BD9ED088CA00}" dt="2024-12-02T03:59:33.342" v="97"/>
          <ac:spMkLst>
            <pc:docMk/>
            <pc:sldMk cId="0" sldId="270"/>
            <ac:spMk id="6" creationId="{8351C7A7-D0BC-42EC-8035-D91B8D8A8121}"/>
          </ac:spMkLst>
        </pc:spChg>
      </pc:sldChg>
      <pc:sldChg chg="addSp delSp modSp mod">
        <pc:chgData name="deepa warad" userId="5738be76f1b4368f" providerId="LiveId" clId="{73273111-F518-4E8E-A106-BD9ED088CA00}" dt="2024-12-02T03:59:33.342" v="97"/>
        <pc:sldMkLst>
          <pc:docMk/>
          <pc:sldMk cId="0" sldId="271"/>
        </pc:sldMkLst>
        <pc:spChg chg="mod">
          <ac:chgData name="deepa warad" userId="5738be76f1b4368f" providerId="LiveId" clId="{73273111-F518-4E8E-A106-BD9ED088CA00}" dt="2024-12-02T03:55:24.046" v="72" actId="1076"/>
          <ac:spMkLst>
            <pc:docMk/>
            <pc:sldMk cId="0" sldId="271"/>
            <ac:spMk id="2" creationId="{00000000-0000-0000-0000-000000000000}"/>
          </ac:spMkLst>
        </pc:spChg>
        <pc:spChg chg="mod">
          <ac:chgData name="deepa warad" userId="5738be76f1b4368f" providerId="LiveId" clId="{73273111-F518-4E8E-A106-BD9ED088CA00}" dt="2024-12-02T03:59:33.342" v="97"/>
          <ac:spMkLst>
            <pc:docMk/>
            <pc:sldMk cId="0" sldId="271"/>
            <ac:spMk id="3" creationId="{7BFABEAA-379F-4A82-AF2D-B81BD8E4AC4A}"/>
          </ac:spMkLst>
        </pc:spChg>
        <pc:spChg chg="mod">
          <ac:chgData name="deepa warad" userId="5738be76f1b4368f" providerId="LiveId" clId="{73273111-F518-4E8E-A106-BD9ED088CA00}" dt="2024-12-02T03:59:33.342" v="97"/>
          <ac:spMkLst>
            <pc:docMk/>
            <pc:sldMk cId="0" sldId="271"/>
            <ac:spMk id="4" creationId="{0DD6ABC9-2AA8-45D3-BBEA-5EDA91A7663B}"/>
          </ac:spMkLst>
        </pc:spChg>
        <pc:spChg chg="mod">
          <ac:chgData name="deepa warad" userId="5738be76f1b4368f" providerId="LiveId" clId="{73273111-F518-4E8E-A106-BD9ED088CA00}" dt="2024-12-02T03:59:33.342" v="97"/>
          <ac:spMkLst>
            <pc:docMk/>
            <pc:sldMk cId="0" sldId="271"/>
            <ac:spMk id="6" creationId="{84D77451-EDE1-4F8C-ACC9-367848FE9A6A}"/>
          </ac:spMkLst>
        </pc:spChg>
        <pc:picChg chg="add mod">
          <ac:chgData name="deepa warad" userId="5738be76f1b4368f" providerId="LiveId" clId="{73273111-F518-4E8E-A106-BD9ED088CA00}" dt="2024-12-02T03:57:46.034" v="85" actId="732"/>
          <ac:picMkLst>
            <pc:docMk/>
            <pc:sldMk cId="0" sldId="271"/>
            <ac:picMk id="1030" creationId="{C10DF475-4354-259C-EE16-A18AE35770BE}"/>
          </ac:picMkLst>
        </pc:picChg>
      </pc:sldChg>
      <pc:sldChg chg="modSp">
        <pc:chgData name="deepa warad" userId="5738be76f1b4368f" providerId="LiveId" clId="{73273111-F518-4E8E-A106-BD9ED088CA00}" dt="2024-12-02T03:59:33.342" v="97"/>
        <pc:sldMkLst>
          <pc:docMk/>
          <pc:sldMk cId="0" sldId="275"/>
        </pc:sldMkLst>
        <pc:spChg chg="mod">
          <ac:chgData name="deepa warad" userId="5738be76f1b4368f" providerId="LiveId" clId="{73273111-F518-4E8E-A106-BD9ED088CA00}" dt="2024-12-02T03:59:33.342" v="97"/>
          <ac:spMkLst>
            <pc:docMk/>
            <pc:sldMk cId="0" sldId="275"/>
            <ac:spMk id="4" creationId="{93F751C5-4D03-4713-B38A-E84F63B94AB2}"/>
          </ac:spMkLst>
        </pc:spChg>
        <pc:spChg chg="mod">
          <ac:chgData name="deepa warad" userId="5738be76f1b4368f" providerId="LiveId" clId="{73273111-F518-4E8E-A106-BD9ED088CA00}" dt="2024-12-02T03:59:33.342" v="97"/>
          <ac:spMkLst>
            <pc:docMk/>
            <pc:sldMk cId="0" sldId="275"/>
            <ac:spMk id="5" creationId="{BA33232D-C5B6-4904-B0FD-67D9A472EF55}"/>
          </ac:spMkLst>
        </pc:spChg>
        <pc:spChg chg="mod">
          <ac:chgData name="deepa warad" userId="5738be76f1b4368f" providerId="LiveId" clId="{73273111-F518-4E8E-A106-BD9ED088CA00}" dt="2024-12-02T03:59:33.342" v="97"/>
          <ac:spMkLst>
            <pc:docMk/>
            <pc:sldMk cId="0" sldId="275"/>
            <ac:spMk id="7" creationId="{C198CA14-345C-4F3F-85D3-748718383803}"/>
          </ac:spMkLst>
        </pc:spChg>
      </pc:sldChg>
      <pc:sldChg chg="modSp">
        <pc:chgData name="deepa warad" userId="5738be76f1b4368f" providerId="LiveId" clId="{73273111-F518-4E8E-A106-BD9ED088CA00}" dt="2024-12-02T03:59:33.342" v="97"/>
        <pc:sldMkLst>
          <pc:docMk/>
          <pc:sldMk cId="0" sldId="287"/>
        </pc:sldMkLst>
        <pc:spChg chg="mod">
          <ac:chgData name="deepa warad" userId="5738be76f1b4368f" providerId="LiveId" clId="{73273111-F518-4E8E-A106-BD9ED088CA00}" dt="2024-12-02T03:59:33.342" v="97"/>
          <ac:spMkLst>
            <pc:docMk/>
            <pc:sldMk cId="0" sldId="287"/>
            <ac:spMk id="4" creationId="{DF95553B-50BC-4DC2-A8CE-4336C1382E65}"/>
          </ac:spMkLst>
        </pc:spChg>
        <pc:spChg chg="mod">
          <ac:chgData name="deepa warad" userId="5738be76f1b4368f" providerId="LiveId" clId="{73273111-F518-4E8E-A106-BD9ED088CA00}" dt="2024-12-02T03:59:33.342" v="97"/>
          <ac:spMkLst>
            <pc:docMk/>
            <pc:sldMk cId="0" sldId="287"/>
            <ac:spMk id="5" creationId="{F3107C6F-CCDB-468C-A092-047170622C85}"/>
          </ac:spMkLst>
        </pc:spChg>
        <pc:spChg chg="mod">
          <ac:chgData name="deepa warad" userId="5738be76f1b4368f" providerId="LiveId" clId="{73273111-F518-4E8E-A106-BD9ED088CA00}" dt="2024-12-02T03:59:33.342" v="97"/>
          <ac:spMkLst>
            <pc:docMk/>
            <pc:sldMk cId="0" sldId="287"/>
            <ac:spMk id="7" creationId="{EE09E886-641A-4621-AEA2-BB64918E960D}"/>
          </ac:spMkLst>
        </pc:spChg>
      </pc:sldChg>
      <pc:sldChg chg="modSp">
        <pc:chgData name="deepa warad" userId="5738be76f1b4368f" providerId="LiveId" clId="{73273111-F518-4E8E-A106-BD9ED088CA00}" dt="2024-12-02T03:59:33.342" v="97"/>
        <pc:sldMkLst>
          <pc:docMk/>
          <pc:sldMk cId="1590456696" sldId="299"/>
        </pc:sldMkLst>
        <pc:spChg chg="mod">
          <ac:chgData name="deepa warad" userId="5738be76f1b4368f" providerId="LiveId" clId="{73273111-F518-4E8E-A106-BD9ED088CA00}" dt="2024-12-02T03:59:33.342" v="97"/>
          <ac:spMkLst>
            <pc:docMk/>
            <pc:sldMk cId="1590456696" sldId="299"/>
            <ac:spMk id="2" creationId="{A10D85D3-EAD9-4C96-869F-7DA3C3441C3B}"/>
          </ac:spMkLst>
        </pc:spChg>
        <pc:spChg chg="mod">
          <ac:chgData name="deepa warad" userId="5738be76f1b4368f" providerId="LiveId" clId="{73273111-F518-4E8E-A106-BD9ED088CA00}" dt="2024-12-02T03:59:33.342" v="97"/>
          <ac:spMkLst>
            <pc:docMk/>
            <pc:sldMk cId="1590456696" sldId="299"/>
            <ac:spMk id="7" creationId="{1B6A0277-3ABD-406C-9A7E-9C6FB5EA279B}"/>
          </ac:spMkLst>
        </pc:spChg>
        <pc:spChg chg="mod">
          <ac:chgData name="deepa warad" userId="5738be76f1b4368f" providerId="LiveId" clId="{73273111-F518-4E8E-A106-BD9ED088CA00}" dt="2024-12-02T03:59:33.342" v="97"/>
          <ac:spMkLst>
            <pc:docMk/>
            <pc:sldMk cId="1590456696" sldId="299"/>
            <ac:spMk id="8" creationId="{33D9D5CE-D501-437E-94FB-5429EB2117D0}"/>
          </ac:spMkLst>
        </pc:spChg>
      </pc:sldChg>
      <pc:sldChg chg="addSp delSp modSp mod">
        <pc:chgData name="deepa warad" userId="5738be76f1b4368f" providerId="LiveId" clId="{73273111-F518-4E8E-A106-BD9ED088CA00}" dt="2024-12-02T03:59:33.342" v="97"/>
        <pc:sldMkLst>
          <pc:docMk/>
          <pc:sldMk cId="127039976" sldId="320"/>
        </pc:sldMkLst>
        <pc:spChg chg="mod">
          <ac:chgData name="deepa warad" userId="5738be76f1b4368f" providerId="LiveId" clId="{73273111-F518-4E8E-A106-BD9ED088CA00}" dt="2024-12-02T03:59:33.342" v="97"/>
          <ac:spMkLst>
            <pc:docMk/>
            <pc:sldMk cId="127039976" sldId="320"/>
            <ac:spMk id="3" creationId="{6E55FA4F-0ACB-4158-BB75-7AD52B710C35}"/>
          </ac:spMkLst>
        </pc:spChg>
        <pc:spChg chg="mod">
          <ac:chgData name="deepa warad" userId="5738be76f1b4368f" providerId="LiveId" clId="{73273111-F518-4E8E-A106-BD9ED088CA00}" dt="2024-12-02T03:59:33.342" v="97"/>
          <ac:spMkLst>
            <pc:docMk/>
            <pc:sldMk cId="127039976" sldId="320"/>
            <ac:spMk id="4" creationId="{4F225990-F38C-4DDC-86BA-7F06ABDAFCC0}"/>
          </ac:spMkLst>
        </pc:spChg>
        <pc:spChg chg="mod">
          <ac:chgData name="deepa warad" userId="5738be76f1b4368f" providerId="LiveId" clId="{73273111-F518-4E8E-A106-BD9ED088CA00}" dt="2024-12-02T03:59:33.342" v="97"/>
          <ac:spMkLst>
            <pc:docMk/>
            <pc:sldMk cId="127039976" sldId="320"/>
            <ac:spMk id="6" creationId="{CD602A3F-45C8-46FF-A99F-20E606B7B72B}"/>
          </ac:spMkLst>
        </pc:spChg>
        <pc:picChg chg="add mod">
          <ac:chgData name="deepa warad" userId="5738be76f1b4368f" providerId="LiveId" clId="{73273111-F518-4E8E-A106-BD9ED088CA00}" dt="2024-12-02T03:58:49.749" v="95" actId="1076"/>
          <ac:picMkLst>
            <pc:docMk/>
            <pc:sldMk cId="127039976" sldId="320"/>
            <ac:picMk id="2050" creationId="{EBE29191-DB28-A68F-D0BF-E53AD2EFA728}"/>
          </ac:picMkLst>
        </pc:picChg>
      </pc:sldChg>
      <pc:sldChg chg="modSp">
        <pc:chgData name="deepa warad" userId="5738be76f1b4368f" providerId="LiveId" clId="{73273111-F518-4E8E-A106-BD9ED088CA00}" dt="2024-12-02T03:59:33.342" v="97"/>
        <pc:sldMkLst>
          <pc:docMk/>
          <pc:sldMk cId="2690663459" sldId="340"/>
        </pc:sldMkLst>
        <pc:spChg chg="mod">
          <ac:chgData name="deepa warad" userId="5738be76f1b4368f" providerId="LiveId" clId="{73273111-F518-4E8E-A106-BD9ED088CA00}" dt="2024-12-02T03:59:33.342" v="97"/>
          <ac:spMkLst>
            <pc:docMk/>
            <pc:sldMk cId="2690663459" sldId="340"/>
            <ac:spMk id="4" creationId="{B33CD455-262C-407F-89E6-1DBDF19B952E}"/>
          </ac:spMkLst>
        </pc:spChg>
        <pc:spChg chg="mod">
          <ac:chgData name="deepa warad" userId="5738be76f1b4368f" providerId="LiveId" clId="{73273111-F518-4E8E-A106-BD9ED088CA00}" dt="2024-12-02T03:59:33.342" v="97"/>
          <ac:spMkLst>
            <pc:docMk/>
            <pc:sldMk cId="2690663459" sldId="340"/>
            <ac:spMk id="5" creationId="{78ED1BB5-76F5-4CA3-B1FE-B05B9614B44F}"/>
          </ac:spMkLst>
        </pc:spChg>
        <pc:spChg chg="mod">
          <ac:chgData name="deepa warad" userId="5738be76f1b4368f" providerId="LiveId" clId="{73273111-F518-4E8E-A106-BD9ED088CA00}" dt="2024-12-02T03:59:33.342" v="97"/>
          <ac:spMkLst>
            <pc:docMk/>
            <pc:sldMk cId="2690663459" sldId="340"/>
            <ac:spMk id="7" creationId="{A398D7C1-FF9A-4118-8448-A4F79609E2B4}"/>
          </ac:spMkLst>
        </pc:spChg>
      </pc:sldChg>
      <pc:sldChg chg="addSp modSp">
        <pc:chgData name="deepa warad" userId="5738be76f1b4368f" providerId="LiveId" clId="{73273111-F518-4E8E-A106-BD9ED088CA00}" dt="2024-12-02T08:22:35.558" v="119"/>
        <pc:sldMkLst>
          <pc:docMk/>
          <pc:sldMk cId="2692382714" sldId="344"/>
        </pc:sldMkLst>
        <pc:spChg chg="mod">
          <ac:chgData name="deepa warad" userId="5738be76f1b4368f" providerId="LiveId" clId="{73273111-F518-4E8E-A106-BD9ED088CA00}" dt="2024-12-02T03:59:33.342" v="97"/>
          <ac:spMkLst>
            <pc:docMk/>
            <pc:sldMk cId="2692382714" sldId="344"/>
            <ac:spMk id="3" creationId="{8FF483D0-FC24-4C7F-A767-4599303441E0}"/>
          </ac:spMkLst>
        </pc:spChg>
        <pc:spChg chg="mod">
          <ac:chgData name="deepa warad" userId="5738be76f1b4368f" providerId="LiveId" clId="{73273111-F518-4E8E-A106-BD9ED088CA00}" dt="2024-12-02T03:59:33.342" v="97"/>
          <ac:spMkLst>
            <pc:docMk/>
            <pc:sldMk cId="2692382714" sldId="344"/>
            <ac:spMk id="5" creationId="{A7B1F4F0-081C-449C-9C3A-E0B44A6D0E5F}"/>
          </ac:spMkLst>
        </pc:spChg>
        <pc:spChg chg="mod">
          <ac:chgData name="deepa warad" userId="5738be76f1b4368f" providerId="LiveId" clId="{73273111-F518-4E8E-A106-BD9ED088CA00}" dt="2024-12-02T03:59:33.342" v="97"/>
          <ac:spMkLst>
            <pc:docMk/>
            <pc:sldMk cId="2692382714" sldId="344"/>
            <ac:spMk id="6" creationId="{24252FCF-B27B-4BF9-9A7D-79F85AD5ADBF}"/>
          </ac:spMkLst>
        </pc:spChg>
      </pc:sldChg>
      <pc:sldChg chg="modSp">
        <pc:chgData name="deepa warad" userId="5738be76f1b4368f" providerId="LiveId" clId="{73273111-F518-4E8E-A106-BD9ED088CA00}" dt="2024-12-02T03:59:33.342" v="97"/>
        <pc:sldMkLst>
          <pc:docMk/>
          <pc:sldMk cId="1294571576" sldId="346"/>
        </pc:sldMkLst>
        <pc:spChg chg="mod">
          <ac:chgData name="deepa warad" userId="5738be76f1b4368f" providerId="LiveId" clId="{73273111-F518-4E8E-A106-BD9ED088CA00}" dt="2024-12-02T03:59:33.342" v="97"/>
          <ac:spMkLst>
            <pc:docMk/>
            <pc:sldMk cId="1294571576" sldId="346"/>
            <ac:spMk id="4" creationId="{93F751C5-4D03-4713-B38A-E84F63B94AB2}"/>
          </ac:spMkLst>
        </pc:spChg>
        <pc:spChg chg="mod">
          <ac:chgData name="deepa warad" userId="5738be76f1b4368f" providerId="LiveId" clId="{73273111-F518-4E8E-A106-BD9ED088CA00}" dt="2024-12-02T03:59:33.342" v="97"/>
          <ac:spMkLst>
            <pc:docMk/>
            <pc:sldMk cId="1294571576" sldId="346"/>
            <ac:spMk id="5" creationId="{BA33232D-C5B6-4904-B0FD-67D9A472EF55}"/>
          </ac:spMkLst>
        </pc:spChg>
        <pc:spChg chg="mod">
          <ac:chgData name="deepa warad" userId="5738be76f1b4368f" providerId="LiveId" clId="{73273111-F518-4E8E-A106-BD9ED088CA00}" dt="2024-12-02T03:59:33.342" v="97"/>
          <ac:spMkLst>
            <pc:docMk/>
            <pc:sldMk cId="1294571576" sldId="346"/>
            <ac:spMk id="7" creationId="{AEE063CF-6D7D-432E-B18C-EBA1A9073E26}"/>
          </ac:spMkLst>
        </pc:spChg>
      </pc:sldChg>
      <pc:sldChg chg="modSp">
        <pc:chgData name="deepa warad" userId="5738be76f1b4368f" providerId="LiveId" clId="{73273111-F518-4E8E-A106-BD9ED088CA00}" dt="2024-12-02T03:59:33.342" v="97"/>
        <pc:sldMkLst>
          <pc:docMk/>
          <pc:sldMk cId="1263764944" sldId="348"/>
        </pc:sldMkLst>
        <pc:spChg chg="mod">
          <ac:chgData name="deepa warad" userId="5738be76f1b4368f" providerId="LiveId" clId="{73273111-F518-4E8E-A106-BD9ED088CA00}" dt="2024-12-02T03:59:33.342" v="97"/>
          <ac:spMkLst>
            <pc:docMk/>
            <pc:sldMk cId="1263764944" sldId="348"/>
            <ac:spMk id="3" creationId="{8FF483D0-FC24-4C7F-A767-4599303441E0}"/>
          </ac:spMkLst>
        </pc:spChg>
        <pc:spChg chg="mod">
          <ac:chgData name="deepa warad" userId="5738be76f1b4368f" providerId="LiveId" clId="{73273111-F518-4E8E-A106-BD9ED088CA00}" dt="2024-12-02T03:59:33.342" v="97"/>
          <ac:spMkLst>
            <pc:docMk/>
            <pc:sldMk cId="1263764944" sldId="348"/>
            <ac:spMk id="5" creationId="{A7B1F4F0-081C-449C-9C3A-E0B44A6D0E5F}"/>
          </ac:spMkLst>
        </pc:spChg>
        <pc:spChg chg="mod">
          <ac:chgData name="deepa warad" userId="5738be76f1b4368f" providerId="LiveId" clId="{73273111-F518-4E8E-A106-BD9ED088CA00}" dt="2024-12-02T03:59:33.342" v="97"/>
          <ac:spMkLst>
            <pc:docMk/>
            <pc:sldMk cId="1263764944" sldId="348"/>
            <ac:spMk id="6" creationId="{24252FCF-B27B-4BF9-9A7D-79F85AD5ADBF}"/>
          </ac:spMkLst>
        </pc:spChg>
      </pc:sldChg>
      <pc:sldChg chg="modSp del">
        <pc:chgData name="deepa warad" userId="5738be76f1b4368f" providerId="LiveId" clId="{73273111-F518-4E8E-A106-BD9ED088CA00}" dt="2024-12-13T06:47:56.426" v="271" actId="47"/>
        <pc:sldMkLst>
          <pc:docMk/>
          <pc:sldMk cId="3165918332" sldId="349"/>
        </pc:sldMkLst>
      </pc:sldChg>
      <pc:sldChg chg="modSp">
        <pc:chgData name="deepa warad" userId="5738be76f1b4368f" providerId="LiveId" clId="{73273111-F518-4E8E-A106-BD9ED088CA00}" dt="2024-12-02T03:59:33.342" v="97"/>
        <pc:sldMkLst>
          <pc:docMk/>
          <pc:sldMk cId="2803053405" sldId="350"/>
        </pc:sldMkLst>
        <pc:spChg chg="mod">
          <ac:chgData name="deepa warad" userId="5738be76f1b4368f" providerId="LiveId" clId="{73273111-F518-4E8E-A106-BD9ED088CA00}" dt="2024-12-02T03:59:33.342" v="97"/>
          <ac:spMkLst>
            <pc:docMk/>
            <pc:sldMk cId="2803053405" sldId="350"/>
            <ac:spMk id="2" creationId="{A10D85D3-EAD9-4C96-869F-7DA3C3441C3B}"/>
          </ac:spMkLst>
        </pc:spChg>
        <pc:spChg chg="mod">
          <ac:chgData name="deepa warad" userId="5738be76f1b4368f" providerId="LiveId" clId="{73273111-F518-4E8E-A106-BD9ED088CA00}" dt="2024-12-02T03:59:33.342" v="97"/>
          <ac:spMkLst>
            <pc:docMk/>
            <pc:sldMk cId="2803053405" sldId="350"/>
            <ac:spMk id="7" creationId="{1B6A0277-3ABD-406C-9A7E-9C6FB5EA279B}"/>
          </ac:spMkLst>
        </pc:spChg>
        <pc:spChg chg="mod">
          <ac:chgData name="deepa warad" userId="5738be76f1b4368f" providerId="LiveId" clId="{73273111-F518-4E8E-A106-BD9ED088CA00}" dt="2024-12-02T03:59:33.342" v="97"/>
          <ac:spMkLst>
            <pc:docMk/>
            <pc:sldMk cId="2803053405" sldId="350"/>
            <ac:spMk id="8" creationId="{33D9D5CE-D501-437E-94FB-5429EB2117D0}"/>
          </ac:spMkLst>
        </pc:spChg>
      </pc:sldChg>
      <pc:sldChg chg="modSp mod">
        <pc:chgData name="deepa warad" userId="5738be76f1b4368f" providerId="LiveId" clId="{73273111-F518-4E8E-A106-BD9ED088CA00}" dt="2024-12-02T03:59:33.342" v="97"/>
        <pc:sldMkLst>
          <pc:docMk/>
          <pc:sldMk cId="823140810" sldId="351"/>
        </pc:sldMkLst>
        <pc:spChg chg="mod">
          <ac:chgData name="deepa warad" userId="5738be76f1b4368f" providerId="LiveId" clId="{73273111-F518-4E8E-A106-BD9ED088CA00}" dt="2024-12-02T03:59:33.342" v="97"/>
          <ac:spMkLst>
            <pc:docMk/>
            <pc:sldMk cId="823140810" sldId="351"/>
            <ac:spMk id="2" creationId="{336A97BC-563C-C42A-D1B6-B47716BFE8EC}"/>
          </ac:spMkLst>
        </pc:spChg>
        <pc:spChg chg="mod">
          <ac:chgData name="deepa warad" userId="5738be76f1b4368f" providerId="LiveId" clId="{73273111-F518-4E8E-A106-BD9ED088CA00}" dt="2024-12-02T03:59:33.342" v="97"/>
          <ac:spMkLst>
            <pc:docMk/>
            <pc:sldMk cId="823140810" sldId="351"/>
            <ac:spMk id="4" creationId="{B5685F68-DBFE-7DD5-76F9-32353065186F}"/>
          </ac:spMkLst>
        </pc:spChg>
        <pc:spChg chg="mod">
          <ac:chgData name="deepa warad" userId="5738be76f1b4368f" providerId="LiveId" clId="{73273111-F518-4E8E-A106-BD9ED088CA00}" dt="2024-12-02T03:59:33.342" v="97"/>
          <ac:spMkLst>
            <pc:docMk/>
            <pc:sldMk cId="823140810" sldId="351"/>
            <ac:spMk id="5" creationId="{45D407EB-308E-FA0F-CC7E-0D72F07E0198}"/>
          </ac:spMkLst>
        </pc:spChg>
        <pc:spChg chg="mod">
          <ac:chgData name="deepa warad" userId="5738be76f1b4368f" providerId="LiveId" clId="{73273111-F518-4E8E-A106-BD9ED088CA00}" dt="2024-12-02T03:59:33.342" v="97"/>
          <ac:spMkLst>
            <pc:docMk/>
            <pc:sldMk cId="823140810" sldId="351"/>
            <ac:spMk id="6" creationId="{0B412FB7-946C-BC3B-92CD-3EA5C3FA5B41}"/>
          </ac:spMkLst>
        </pc:spChg>
      </pc:sldChg>
      <pc:sldChg chg="modSp mod">
        <pc:chgData name="deepa warad" userId="5738be76f1b4368f" providerId="LiveId" clId="{73273111-F518-4E8E-A106-BD9ED088CA00}" dt="2024-12-02T03:59:33.342" v="97"/>
        <pc:sldMkLst>
          <pc:docMk/>
          <pc:sldMk cId="1082690238" sldId="352"/>
        </pc:sldMkLst>
        <pc:spChg chg="mod">
          <ac:chgData name="deepa warad" userId="5738be76f1b4368f" providerId="LiveId" clId="{73273111-F518-4E8E-A106-BD9ED088CA00}" dt="2024-12-02T03:59:33.342" v="97"/>
          <ac:spMkLst>
            <pc:docMk/>
            <pc:sldMk cId="1082690238" sldId="352"/>
            <ac:spMk id="2" creationId="{A3E6C367-2F06-59C8-5308-0ABFEC75F62D}"/>
          </ac:spMkLst>
        </pc:spChg>
        <pc:spChg chg="mod">
          <ac:chgData name="deepa warad" userId="5738be76f1b4368f" providerId="LiveId" clId="{73273111-F518-4E8E-A106-BD9ED088CA00}" dt="2024-12-02T03:59:33.342" v="97"/>
          <ac:spMkLst>
            <pc:docMk/>
            <pc:sldMk cId="1082690238" sldId="352"/>
            <ac:spMk id="4" creationId="{EDA646F1-EAE0-6E61-A2FF-65F38C4FF080}"/>
          </ac:spMkLst>
        </pc:spChg>
        <pc:spChg chg="mod">
          <ac:chgData name="deepa warad" userId="5738be76f1b4368f" providerId="LiveId" clId="{73273111-F518-4E8E-A106-BD9ED088CA00}" dt="2024-12-02T03:59:33.342" v="97"/>
          <ac:spMkLst>
            <pc:docMk/>
            <pc:sldMk cId="1082690238" sldId="352"/>
            <ac:spMk id="5" creationId="{169D5918-6119-AB3D-3CE0-C6EE6E654680}"/>
          </ac:spMkLst>
        </pc:spChg>
        <pc:spChg chg="mod">
          <ac:chgData name="deepa warad" userId="5738be76f1b4368f" providerId="LiveId" clId="{73273111-F518-4E8E-A106-BD9ED088CA00}" dt="2024-12-02T03:59:33.342" v="97"/>
          <ac:spMkLst>
            <pc:docMk/>
            <pc:sldMk cId="1082690238" sldId="352"/>
            <ac:spMk id="6" creationId="{A60565FA-60C2-F6A1-599C-ACE921CC7D4C}"/>
          </ac:spMkLst>
        </pc:spChg>
      </pc:sldChg>
      <pc:sldChg chg="modSp">
        <pc:chgData name="deepa warad" userId="5738be76f1b4368f" providerId="LiveId" clId="{73273111-F518-4E8E-A106-BD9ED088CA00}" dt="2024-12-02T03:59:33.342" v="97"/>
        <pc:sldMkLst>
          <pc:docMk/>
          <pc:sldMk cId="759818022" sldId="353"/>
        </pc:sldMkLst>
        <pc:spChg chg="mod">
          <ac:chgData name="deepa warad" userId="5738be76f1b4368f" providerId="LiveId" clId="{73273111-F518-4E8E-A106-BD9ED088CA00}" dt="2024-12-02T03:59:33.342" v="97"/>
          <ac:spMkLst>
            <pc:docMk/>
            <pc:sldMk cId="759818022" sldId="353"/>
            <ac:spMk id="4" creationId="{7FB07FAD-6E10-25E4-0A44-5E973F27020E}"/>
          </ac:spMkLst>
        </pc:spChg>
        <pc:spChg chg="mod">
          <ac:chgData name="deepa warad" userId="5738be76f1b4368f" providerId="LiveId" clId="{73273111-F518-4E8E-A106-BD9ED088CA00}" dt="2024-12-02T03:59:33.342" v="97"/>
          <ac:spMkLst>
            <pc:docMk/>
            <pc:sldMk cId="759818022" sldId="353"/>
            <ac:spMk id="5" creationId="{BD37FC79-7394-E73D-1194-FC3C024CBEA2}"/>
          </ac:spMkLst>
        </pc:spChg>
        <pc:spChg chg="mod">
          <ac:chgData name="deepa warad" userId="5738be76f1b4368f" providerId="LiveId" clId="{73273111-F518-4E8E-A106-BD9ED088CA00}" dt="2024-12-02T03:59:33.342" v="97"/>
          <ac:spMkLst>
            <pc:docMk/>
            <pc:sldMk cId="759818022" sldId="353"/>
            <ac:spMk id="6" creationId="{FE910D04-BD67-6217-2AC9-6DB4ECC25BCA}"/>
          </ac:spMkLst>
        </pc:spChg>
      </pc:sldChg>
      <pc:sldChg chg="modSp">
        <pc:chgData name="deepa warad" userId="5738be76f1b4368f" providerId="LiveId" clId="{73273111-F518-4E8E-A106-BD9ED088CA00}" dt="2024-12-02T03:59:33.342" v="97"/>
        <pc:sldMkLst>
          <pc:docMk/>
          <pc:sldMk cId="1772475500" sldId="354"/>
        </pc:sldMkLst>
        <pc:spChg chg="mod">
          <ac:chgData name="deepa warad" userId="5738be76f1b4368f" providerId="LiveId" clId="{73273111-F518-4E8E-A106-BD9ED088CA00}" dt="2024-12-02T03:59:33.342" v="97"/>
          <ac:spMkLst>
            <pc:docMk/>
            <pc:sldMk cId="1772475500" sldId="354"/>
            <ac:spMk id="4" creationId="{BD8B6411-2863-98CA-7C70-0EBA0D82BF5B}"/>
          </ac:spMkLst>
        </pc:spChg>
        <pc:spChg chg="mod">
          <ac:chgData name="deepa warad" userId="5738be76f1b4368f" providerId="LiveId" clId="{73273111-F518-4E8E-A106-BD9ED088CA00}" dt="2024-12-02T03:59:33.342" v="97"/>
          <ac:spMkLst>
            <pc:docMk/>
            <pc:sldMk cId="1772475500" sldId="354"/>
            <ac:spMk id="5" creationId="{DAA3736D-FFC2-E05A-4157-CD710AAB14DF}"/>
          </ac:spMkLst>
        </pc:spChg>
        <pc:spChg chg="mod">
          <ac:chgData name="deepa warad" userId="5738be76f1b4368f" providerId="LiveId" clId="{73273111-F518-4E8E-A106-BD9ED088CA00}" dt="2024-12-02T03:59:33.342" v="97"/>
          <ac:spMkLst>
            <pc:docMk/>
            <pc:sldMk cId="1772475500" sldId="354"/>
            <ac:spMk id="6" creationId="{E91343BE-08EE-86D7-7CB5-412552E4278F}"/>
          </ac:spMkLst>
        </pc:spChg>
      </pc:sldChg>
      <pc:sldChg chg="modSp">
        <pc:chgData name="deepa warad" userId="5738be76f1b4368f" providerId="LiveId" clId="{73273111-F518-4E8E-A106-BD9ED088CA00}" dt="2024-12-02T03:59:33.342" v="97"/>
        <pc:sldMkLst>
          <pc:docMk/>
          <pc:sldMk cId="2704084855" sldId="355"/>
        </pc:sldMkLst>
        <pc:spChg chg="mod">
          <ac:chgData name="deepa warad" userId="5738be76f1b4368f" providerId="LiveId" clId="{73273111-F518-4E8E-A106-BD9ED088CA00}" dt="2024-12-02T03:59:33.342" v="97"/>
          <ac:spMkLst>
            <pc:docMk/>
            <pc:sldMk cId="2704084855" sldId="355"/>
            <ac:spMk id="2" creationId="{7CCC9423-BAE0-0B1D-1061-65B0C4D7B406}"/>
          </ac:spMkLst>
        </pc:spChg>
        <pc:spChg chg="mod">
          <ac:chgData name="deepa warad" userId="5738be76f1b4368f" providerId="LiveId" clId="{73273111-F518-4E8E-A106-BD9ED088CA00}" dt="2024-12-02T03:59:33.342" v="97"/>
          <ac:spMkLst>
            <pc:docMk/>
            <pc:sldMk cId="2704084855" sldId="355"/>
            <ac:spMk id="4" creationId="{8B3D93C8-5D89-06E0-9EB5-EAB8122F812A}"/>
          </ac:spMkLst>
        </pc:spChg>
        <pc:spChg chg="mod">
          <ac:chgData name="deepa warad" userId="5738be76f1b4368f" providerId="LiveId" clId="{73273111-F518-4E8E-A106-BD9ED088CA00}" dt="2024-12-02T03:59:33.342" v="97"/>
          <ac:spMkLst>
            <pc:docMk/>
            <pc:sldMk cId="2704084855" sldId="355"/>
            <ac:spMk id="5" creationId="{563C2F69-E4C7-67C6-49EF-2ED28BB9AFE4}"/>
          </ac:spMkLst>
        </pc:spChg>
        <pc:spChg chg="mod">
          <ac:chgData name="deepa warad" userId="5738be76f1b4368f" providerId="LiveId" clId="{73273111-F518-4E8E-A106-BD9ED088CA00}" dt="2024-12-02T03:59:33.342" v="97"/>
          <ac:spMkLst>
            <pc:docMk/>
            <pc:sldMk cId="2704084855" sldId="355"/>
            <ac:spMk id="6" creationId="{69DF286A-CEF3-0BAC-7433-250555D1DF84}"/>
          </ac:spMkLst>
        </pc:spChg>
      </pc:sldChg>
      <pc:sldChg chg="modSp mod">
        <pc:chgData name="deepa warad" userId="5738be76f1b4368f" providerId="LiveId" clId="{73273111-F518-4E8E-A106-BD9ED088CA00}" dt="2024-12-02T03:59:33.342" v="97"/>
        <pc:sldMkLst>
          <pc:docMk/>
          <pc:sldMk cId="3408474589" sldId="356"/>
        </pc:sldMkLst>
        <pc:spChg chg="mod">
          <ac:chgData name="deepa warad" userId="5738be76f1b4368f" providerId="LiveId" clId="{73273111-F518-4E8E-A106-BD9ED088CA00}" dt="2024-12-02T03:53:30.526" v="58" actId="1076"/>
          <ac:spMkLst>
            <pc:docMk/>
            <pc:sldMk cId="3408474589" sldId="356"/>
            <ac:spMk id="2" creationId="{2A139BD8-7977-0DF5-58DB-F64373DC8E6D}"/>
          </ac:spMkLst>
        </pc:spChg>
        <pc:spChg chg="mod">
          <ac:chgData name="deepa warad" userId="5738be76f1b4368f" providerId="LiveId" clId="{73273111-F518-4E8E-A106-BD9ED088CA00}" dt="2024-12-02T03:59:33.342" v="97"/>
          <ac:spMkLst>
            <pc:docMk/>
            <pc:sldMk cId="3408474589" sldId="356"/>
            <ac:spMk id="4" creationId="{88A89A06-22FC-B31E-5B4C-19DE4D2E5570}"/>
          </ac:spMkLst>
        </pc:spChg>
        <pc:spChg chg="mod">
          <ac:chgData name="deepa warad" userId="5738be76f1b4368f" providerId="LiveId" clId="{73273111-F518-4E8E-A106-BD9ED088CA00}" dt="2024-12-02T03:59:33.342" v="97"/>
          <ac:spMkLst>
            <pc:docMk/>
            <pc:sldMk cId="3408474589" sldId="356"/>
            <ac:spMk id="5" creationId="{9C8C9829-67DC-5E28-2F90-FB8BA2C9FA86}"/>
          </ac:spMkLst>
        </pc:spChg>
        <pc:spChg chg="mod">
          <ac:chgData name="deepa warad" userId="5738be76f1b4368f" providerId="LiveId" clId="{73273111-F518-4E8E-A106-BD9ED088CA00}" dt="2024-12-02T03:59:33.342" v="97"/>
          <ac:spMkLst>
            <pc:docMk/>
            <pc:sldMk cId="3408474589" sldId="356"/>
            <ac:spMk id="6" creationId="{3E00EB2F-D4EA-6311-799E-8DD8D988C7AE}"/>
          </ac:spMkLst>
        </pc:spChg>
        <pc:picChg chg="mod">
          <ac:chgData name="deepa warad" userId="5738be76f1b4368f" providerId="LiveId" clId="{73273111-F518-4E8E-A106-BD9ED088CA00}" dt="2024-12-02T03:53:34.984" v="59" actId="1076"/>
          <ac:picMkLst>
            <pc:docMk/>
            <pc:sldMk cId="3408474589" sldId="356"/>
            <ac:picMk id="8" creationId="{8D229AD5-6075-32C9-04A2-10D3C59F2A61}"/>
          </ac:picMkLst>
        </pc:picChg>
      </pc:sldChg>
      <pc:sldChg chg="modSp">
        <pc:chgData name="deepa warad" userId="5738be76f1b4368f" providerId="LiveId" clId="{73273111-F518-4E8E-A106-BD9ED088CA00}" dt="2024-12-02T03:59:33.342" v="97"/>
        <pc:sldMkLst>
          <pc:docMk/>
          <pc:sldMk cId="3423814188" sldId="357"/>
        </pc:sldMkLst>
        <pc:spChg chg="mod">
          <ac:chgData name="deepa warad" userId="5738be76f1b4368f" providerId="LiveId" clId="{73273111-F518-4E8E-A106-BD9ED088CA00}" dt="2024-12-02T03:59:33.342" v="97"/>
          <ac:spMkLst>
            <pc:docMk/>
            <pc:sldMk cId="3423814188" sldId="357"/>
            <ac:spMk id="3" creationId="{1EC0A0AC-680D-C55D-0022-64B6A7D8DFAA}"/>
          </ac:spMkLst>
        </pc:spChg>
        <pc:spChg chg="mod">
          <ac:chgData name="deepa warad" userId="5738be76f1b4368f" providerId="LiveId" clId="{73273111-F518-4E8E-A106-BD9ED088CA00}" dt="2024-12-02T03:59:33.342" v="97"/>
          <ac:spMkLst>
            <pc:docMk/>
            <pc:sldMk cId="3423814188" sldId="357"/>
            <ac:spMk id="5" creationId="{F20FCD6D-6E05-C8B7-C8F3-A01E5786CC7A}"/>
          </ac:spMkLst>
        </pc:spChg>
        <pc:spChg chg="mod">
          <ac:chgData name="deepa warad" userId="5738be76f1b4368f" providerId="LiveId" clId="{73273111-F518-4E8E-A106-BD9ED088CA00}" dt="2024-12-02T03:59:33.342" v="97"/>
          <ac:spMkLst>
            <pc:docMk/>
            <pc:sldMk cId="3423814188" sldId="357"/>
            <ac:spMk id="6" creationId="{6B5BB2F6-DD14-86FB-85EB-FE0F5F7E75A1}"/>
          </ac:spMkLst>
        </pc:spChg>
      </pc:sldChg>
      <pc:sldChg chg="del">
        <pc:chgData name="deepa warad" userId="5738be76f1b4368f" providerId="LiveId" clId="{73273111-F518-4E8E-A106-BD9ED088CA00}" dt="2024-12-02T08:39:09.929" v="270" actId="47"/>
        <pc:sldMkLst>
          <pc:docMk/>
          <pc:sldMk cId="700984740" sldId="358"/>
        </pc:sldMkLst>
      </pc:sldChg>
      <pc:sldChg chg="del">
        <pc:chgData name="deepa warad" userId="5738be76f1b4368f" providerId="LiveId" clId="{73273111-F518-4E8E-A106-BD9ED088CA00}" dt="2024-12-13T06:48:02.046" v="272" actId="47"/>
        <pc:sldMkLst>
          <pc:docMk/>
          <pc:sldMk cId="3230518362" sldId="359"/>
        </pc:sldMkLst>
      </pc:sldChg>
      <pc:sldChg chg="addSp delSp modSp add del mod ord">
        <pc:chgData name="deepa warad" userId="5738be76f1b4368f" providerId="LiveId" clId="{73273111-F518-4E8E-A106-BD9ED088CA00}" dt="2024-12-02T08:28:53.362" v="269" actId="113"/>
        <pc:sldMkLst>
          <pc:docMk/>
          <pc:sldMk cId="0" sldId="360"/>
        </pc:sldMkLst>
        <pc:spChg chg="add mod">
          <ac:chgData name="deepa warad" userId="5738be76f1b4368f" providerId="LiveId" clId="{73273111-F518-4E8E-A106-BD9ED088CA00}" dt="2024-12-02T08:28:25.107" v="262" actId="113"/>
          <ac:spMkLst>
            <pc:docMk/>
            <pc:sldMk cId="0" sldId="360"/>
            <ac:spMk id="16" creationId="{8CBA97C7-7D3F-9FE8-F87D-66367D770E53}"/>
          </ac:spMkLst>
        </pc:spChg>
        <pc:spChg chg="add mod">
          <ac:chgData name="deepa warad" userId="5738be76f1b4368f" providerId="LiveId" clId="{73273111-F518-4E8E-A106-BD9ED088CA00}" dt="2024-12-02T08:28:48.819" v="268" actId="113"/>
          <ac:spMkLst>
            <pc:docMk/>
            <pc:sldMk cId="0" sldId="360"/>
            <ac:spMk id="19" creationId="{7509B460-76CE-0FAA-4471-06D091064664}"/>
          </ac:spMkLst>
        </pc:spChg>
        <pc:spChg chg="add mod">
          <ac:chgData name="deepa warad" userId="5738be76f1b4368f" providerId="LiveId" clId="{73273111-F518-4E8E-A106-BD9ED088CA00}" dt="2024-12-02T08:28:53.362" v="269" actId="113"/>
          <ac:spMkLst>
            <pc:docMk/>
            <pc:sldMk cId="0" sldId="360"/>
            <ac:spMk id="20" creationId="{6B95BAEB-B2A9-730E-7FDE-60AC36C9BB4B}"/>
          </ac:spMkLst>
        </pc:spChg>
        <pc:picChg chg="mod">
          <ac:chgData name="deepa warad" userId="5738be76f1b4368f" providerId="LiveId" clId="{73273111-F518-4E8E-A106-BD9ED088CA00}" dt="2024-12-02T08:20:33.660" v="105" actId="1076"/>
          <ac:picMkLst>
            <pc:docMk/>
            <pc:sldMk cId="0" sldId="360"/>
            <ac:picMk id="4" creationId="{61E37121-144E-2DEB-B7C7-1BEEE72774F2}"/>
          </ac:picMkLst>
        </pc:picChg>
        <pc:picChg chg="add mod">
          <ac:chgData name="deepa warad" userId="5738be76f1b4368f" providerId="LiveId" clId="{73273111-F518-4E8E-A106-BD9ED088CA00}" dt="2024-12-02T08:21:41.001" v="111" actId="14100"/>
          <ac:picMkLst>
            <pc:docMk/>
            <pc:sldMk cId="0" sldId="360"/>
            <ac:picMk id="10" creationId="{ED713F60-7C45-E485-82C7-7022C390C670}"/>
          </ac:picMkLst>
        </pc:picChg>
        <pc:picChg chg="add mod">
          <ac:chgData name="deepa warad" userId="5738be76f1b4368f" providerId="LiveId" clId="{73273111-F518-4E8E-A106-BD9ED088CA00}" dt="2024-12-02T08:21:58.933" v="115" actId="14100"/>
          <ac:picMkLst>
            <pc:docMk/>
            <pc:sldMk cId="0" sldId="360"/>
            <ac:picMk id="12" creationId="{4F4E2577-A83F-70A4-A453-ABBF4DFB9AA8}"/>
          </ac:picMkLst>
        </pc:picChg>
        <pc:picChg chg="add mod">
          <ac:chgData name="deepa warad" userId="5738be76f1b4368f" providerId="LiveId" clId="{73273111-F518-4E8E-A106-BD9ED088CA00}" dt="2024-12-02T08:22:14.697" v="118" actId="14100"/>
          <ac:picMkLst>
            <pc:docMk/>
            <pc:sldMk cId="0" sldId="360"/>
            <ac:picMk id="13" creationId="{78E729FB-D66C-5B92-9EC4-CC7C7C1B5477}"/>
          </ac:picMkLst>
        </pc:picChg>
      </pc:sldChg>
      <pc:sldMasterChg chg="addSp">
        <pc:chgData name="deepa warad" userId="5738be76f1b4368f" providerId="LiveId" clId="{73273111-F518-4E8E-A106-BD9ED088CA00}" dt="2024-12-02T03:50:58.821" v="6"/>
        <pc:sldMasterMkLst>
          <pc:docMk/>
          <pc:sldMasterMk cId="3106567422" sldId="2147483696"/>
        </pc:sldMasterMkLst>
      </pc:sldMasterChg>
      <pc:sldMasterChg chg="addSp">
        <pc:chgData name="deepa warad" userId="5738be76f1b4368f" providerId="LiveId" clId="{73273111-F518-4E8E-A106-BD9ED088CA00}" dt="2024-12-02T03:51:00.670" v="9"/>
        <pc:sldMasterMkLst>
          <pc:docMk/>
          <pc:sldMasterMk cId="4192647552" sldId="2147483708"/>
        </pc:sldMasterMkLst>
      </pc:sldMasterChg>
      <pc:sldMasterChg chg="addSp">
        <pc:chgData name="deepa warad" userId="5738be76f1b4368f" providerId="LiveId" clId="{73273111-F518-4E8E-A106-BD9ED088CA00}" dt="2024-12-02T03:51:02.206" v="10"/>
        <pc:sldMasterMkLst>
          <pc:docMk/>
          <pc:sldMasterMk cId="6400060" sldId="2147483720"/>
        </pc:sldMasterMkLst>
      </pc:sldMasterChg>
      <pc:sldMasterChg chg="addSp">
        <pc:chgData name="deepa warad" userId="5738be76f1b4368f" providerId="LiveId" clId="{73273111-F518-4E8E-A106-BD9ED088CA00}" dt="2024-12-02T03:59:24.885" v="96"/>
        <pc:sldMasterMkLst>
          <pc:docMk/>
          <pc:sldMasterMk cId="1886343202" sldId="2147483732"/>
        </pc:sldMasterMkLst>
      </pc:sldMasterChg>
      <pc:sldMasterChg chg="addSp">
        <pc:chgData name="deepa warad" userId="5738be76f1b4368f" providerId="LiveId" clId="{73273111-F518-4E8E-A106-BD9ED088CA00}" dt="2024-12-02T03:59:33.342" v="97"/>
        <pc:sldMasterMkLst>
          <pc:docMk/>
          <pc:sldMasterMk cId="2256821698" sldId="2147483744"/>
        </pc:sldMasterMkLst>
        <pc:picChg chg="add">
          <ac:chgData name="deepa warad" userId="5738be76f1b4368f" providerId="LiveId" clId="{73273111-F518-4E8E-A106-BD9ED088CA00}" dt="2024-12-02T03:59:33.342" v="97"/>
          <ac:picMkLst>
            <pc:docMk/>
            <pc:sldMasterMk cId="2256821698" sldId="2147483744"/>
            <ac:picMk id="7" creationId="{04A10141-0E9A-EFA1-ACD8-BF642B1B5244}"/>
          </ac:picMkLst>
        </pc:picChg>
        <pc:picChg chg="add">
          <ac:chgData name="deepa warad" userId="5738be76f1b4368f" providerId="LiveId" clId="{73273111-F518-4E8E-A106-BD9ED088CA00}" dt="2024-12-02T03:59:33.342" v="97"/>
          <ac:picMkLst>
            <pc:docMk/>
            <pc:sldMasterMk cId="2256821698" sldId="2147483744"/>
            <ac:picMk id="8" creationId="{616007BF-4D13-CD21-056C-CA02F5979F60}"/>
          </ac:picMkLst>
        </pc:picChg>
      </pc:sldMasterChg>
    </pc:docChg>
  </pc:docChgLst>
  <pc:docChgLst>
    <pc:chgData name="deepa warad" userId="5738be76f1b4368f" providerId="LiveId" clId="{EDE30886-0E3F-44C6-97FB-3DE75AE4D5C5}"/>
    <pc:docChg chg="undo custSel modSld">
      <pc:chgData name="deepa warad" userId="5738be76f1b4368f" providerId="LiveId" clId="{EDE30886-0E3F-44C6-97FB-3DE75AE4D5C5}" dt="2025-02-12T07:08:48.224" v="29" actId="478"/>
      <pc:docMkLst>
        <pc:docMk/>
      </pc:docMkLst>
      <pc:sldChg chg="delSp mod">
        <pc:chgData name="deepa warad" userId="5738be76f1b4368f" providerId="LiveId" clId="{EDE30886-0E3F-44C6-97FB-3DE75AE4D5C5}" dt="2025-02-12T07:08:48.224" v="29" actId="478"/>
        <pc:sldMkLst>
          <pc:docMk/>
          <pc:sldMk cId="2692382714" sldId="344"/>
        </pc:sldMkLst>
        <pc:picChg chg="del">
          <ac:chgData name="deepa warad" userId="5738be76f1b4368f" providerId="LiveId" clId="{EDE30886-0E3F-44C6-97FB-3DE75AE4D5C5}" dt="2025-02-12T07:08:48.224" v="29" actId="478"/>
          <ac:picMkLst>
            <pc:docMk/>
            <pc:sldMk cId="2692382714" sldId="344"/>
            <ac:picMk id="4" creationId="{D8D5C70D-B790-1418-3BE9-04E125C4C56F}"/>
          </ac:picMkLst>
        </pc:picChg>
      </pc:sldChg>
      <pc:sldChg chg="addSp delSp modSp mod">
        <pc:chgData name="deepa warad" userId="5738be76f1b4368f" providerId="LiveId" clId="{EDE30886-0E3F-44C6-97FB-3DE75AE4D5C5}" dt="2025-02-11T11:55:15.142" v="28" actId="1076"/>
        <pc:sldMkLst>
          <pc:docMk/>
          <pc:sldMk cId="0" sldId="360"/>
        </pc:sldMkLst>
        <pc:spChg chg="mod">
          <ac:chgData name="deepa warad" userId="5738be76f1b4368f" providerId="LiveId" clId="{EDE30886-0E3F-44C6-97FB-3DE75AE4D5C5}" dt="2025-02-11T11:55:15.142" v="28" actId="1076"/>
          <ac:spMkLst>
            <pc:docMk/>
            <pc:sldMk cId="0" sldId="360"/>
            <ac:spMk id="20" creationId="{6B95BAEB-B2A9-730E-7FDE-60AC36C9BB4B}"/>
          </ac:spMkLst>
        </pc:spChg>
        <pc:picChg chg="add del mod">
          <ac:chgData name="deepa warad" userId="5738be76f1b4368f" providerId="LiveId" clId="{EDE30886-0E3F-44C6-97FB-3DE75AE4D5C5}" dt="2025-02-11T11:27:26.386" v="4" actId="478"/>
          <ac:picMkLst>
            <pc:docMk/>
            <pc:sldMk cId="0" sldId="360"/>
            <ac:picMk id="14" creationId="{F8153403-49E6-13C7-C6EE-E177852A2045}"/>
          </ac:picMkLst>
        </pc:picChg>
        <pc:picChg chg="add mod">
          <ac:chgData name="deepa warad" userId="5738be76f1b4368f" providerId="LiveId" clId="{EDE30886-0E3F-44C6-97FB-3DE75AE4D5C5}" dt="2025-02-11T11:28:37.463" v="14" actId="14100"/>
          <ac:picMkLst>
            <pc:docMk/>
            <pc:sldMk cId="0" sldId="360"/>
            <ac:picMk id="17" creationId="{7A37DC13-EAD7-AE6F-FA9A-9F205FEAA029}"/>
          </ac:picMkLst>
        </pc:picChg>
        <pc:picChg chg="add mod">
          <ac:chgData name="deepa warad" userId="5738be76f1b4368f" providerId="LiveId" clId="{EDE30886-0E3F-44C6-97FB-3DE75AE4D5C5}" dt="2025-02-11T11:29:12.772" v="16" actId="1076"/>
          <ac:picMkLst>
            <pc:docMk/>
            <pc:sldMk cId="0" sldId="360"/>
            <ac:picMk id="21" creationId="{8DAB2411-B773-3639-F2CE-82E5EE12C876}"/>
          </ac:picMkLst>
        </pc:pic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dirty="0"/>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E1F9B3BC-7FCA-4166-96E5-654288EED0B0}" type="datetimeFigureOut">
              <a:rPr lang="en-US" smtClean="0"/>
              <a:pPr/>
              <a:t>2/12/2025</a:t>
            </a:fld>
            <a:endParaRPr lang="en-US" dirty="0"/>
          </a:p>
        </p:txBody>
      </p:sp>
      <p:sp>
        <p:nvSpPr>
          <p:cNvPr id="4" name="Slide Image Placeholder 3"/>
          <p:cNvSpPr>
            <a:spLocks noGrp="1" noRot="1" noChangeAspect="1"/>
          </p:cNvSpPr>
          <p:nvPr>
            <p:ph type="sldImg" idx="2"/>
          </p:nvPr>
        </p:nvSpPr>
        <p:spPr>
          <a:xfrm>
            <a:off x="381000" y="685800"/>
            <a:ext cx="6096000" cy="3429000"/>
          </a:xfrm>
          <a:prstGeom prst="rect">
            <a:avLst/>
          </a:prstGeom>
          <a:noFill/>
          <a:ln w="12700">
            <a:solidFill>
              <a:prstClr val="black"/>
            </a:solidFill>
          </a:ln>
        </p:spPr>
        <p:txBody>
          <a:bodyPr vert="horz" lIns="91440" tIns="45720" rIns="91440" bIns="45720" rtlCol="0" anchor="ctr"/>
          <a:lstStyle/>
          <a:p>
            <a:endParaRPr lang="en-US" dirty="0"/>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dirty="0"/>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1696B92D-2A32-4C16-979B-071562DB202E}" type="slidenum">
              <a:rPr lang="en-US" smtClean="0"/>
              <a:pPr/>
              <a:t>‹#›</a:t>
            </a:fld>
            <a:endParaRPr lang="en-US" dirty="0"/>
          </a:p>
        </p:txBody>
      </p:sp>
    </p:spTree>
    <p:extLst>
      <p:ext uri="{BB962C8B-B14F-4D97-AF65-F5344CB8AC3E}">
        <p14:creationId xmlns:p14="http://schemas.microsoft.com/office/powerpoint/2010/main" val="72684714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1696B92D-2A32-4C16-979B-071562DB202E}" type="slidenum">
              <a:rPr lang="en-US" smtClean="0"/>
              <a:pPr/>
              <a:t>1</a:t>
            </a:fld>
            <a:endParaRPr lang="en-US" dirty="0"/>
          </a:p>
        </p:txBody>
      </p:sp>
    </p:spTree>
    <p:extLst>
      <p:ext uri="{BB962C8B-B14F-4D97-AF65-F5344CB8AC3E}">
        <p14:creationId xmlns:p14="http://schemas.microsoft.com/office/powerpoint/2010/main" val="3128950598"/>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normAutofit/>
          </a:bodyPr>
          <a:lstStyle/>
          <a:p>
            <a:endParaRPr lang="en-IN" dirty="0"/>
          </a:p>
        </p:txBody>
      </p:sp>
      <p:sp>
        <p:nvSpPr>
          <p:cNvPr id="4" name="Slide Number Placeholder 3"/>
          <p:cNvSpPr>
            <a:spLocks noGrp="1"/>
          </p:cNvSpPr>
          <p:nvPr>
            <p:ph type="sldNum" sz="quarter" idx="10"/>
          </p:nvPr>
        </p:nvSpPr>
        <p:spPr/>
        <p:txBody>
          <a:bodyPr/>
          <a:lstStyle/>
          <a:p>
            <a:fld id="{1696B92D-2A32-4C16-979B-071562DB202E}" type="slidenum">
              <a:rPr lang="en-US" smtClean="0"/>
              <a:pPr/>
              <a:t>13</a:t>
            </a:fld>
            <a:endParaRPr lang="en-US" dirty="0"/>
          </a:p>
        </p:txBody>
      </p:sp>
    </p:spTree>
    <p:extLst>
      <p:ext uri="{BB962C8B-B14F-4D97-AF65-F5344CB8AC3E}">
        <p14:creationId xmlns:p14="http://schemas.microsoft.com/office/powerpoint/2010/main" val="1943896262"/>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normAutofit/>
          </a:bodyPr>
          <a:lstStyle/>
          <a:p>
            <a:endParaRPr lang="en-IN" dirty="0"/>
          </a:p>
        </p:txBody>
      </p:sp>
      <p:sp>
        <p:nvSpPr>
          <p:cNvPr id="4" name="Slide Number Placeholder 3"/>
          <p:cNvSpPr>
            <a:spLocks noGrp="1"/>
          </p:cNvSpPr>
          <p:nvPr>
            <p:ph type="sldNum" sz="quarter" idx="10"/>
          </p:nvPr>
        </p:nvSpPr>
        <p:spPr/>
        <p:txBody>
          <a:bodyPr/>
          <a:lstStyle/>
          <a:p>
            <a:fld id="{1696B92D-2A32-4C16-979B-071562DB202E}" type="slidenum">
              <a:rPr lang="en-US" smtClean="0"/>
              <a:pPr/>
              <a:t>14</a:t>
            </a:fld>
            <a:endParaRPr lang="en-US" dirty="0"/>
          </a:p>
        </p:txBody>
      </p:sp>
    </p:spTree>
    <p:extLst>
      <p:ext uri="{BB962C8B-B14F-4D97-AF65-F5344CB8AC3E}">
        <p14:creationId xmlns:p14="http://schemas.microsoft.com/office/powerpoint/2010/main" val="1296442623"/>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243AA6A-7D05-0E2B-3FDC-068E8EFC6B1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F416D2F-3887-1890-4CDB-495A1C8CFD10}"/>
              </a:ext>
            </a:extLst>
          </p:cNvPr>
          <p:cNvSpPr>
            <a:spLocks noGrp="1" noRot="1" noChangeAspect="1"/>
          </p:cNvSpPr>
          <p:nvPr>
            <p:ph type="sldImg"/>
          </p:nvPr>
        </p:nvSpPr>
        <p:spPr>
          <a:xfrm>
            <a:off x="381000" y="685800"/>
            <a:ext cx="6096000" cy="3429000"/>
          </a:xfrm>
        </p:spPr>
      </p:sp>
      <p:sp>
        <p:nvSpPr>
          <p:cNvPr id="3" name="Notes Placeholder 2">
            <a:extLst>
              <a:ext uri="{FF2B5EF4-FFF2-40B4-BE49-F238E27FC236}">
                <a16:creationId xmlns:a16="http://schemas.microsoft.com/office/drawing/2014/main" id="{41A7FCC3-3A63-4B6D-56D3-4C7142E206CC}"/>
              </a:ext>
            </a:extLst>
          </p:cNvPr>
          <p:cNvSpPr>
            <a:spLocks noGrp="1"/>
          </p:cNvSpPr>
          <p:nvPr>
            <p:ph type="body" idx="1"/>
          </p:nvPr>
        </p:nvSpPr>
        <p:spPr/>
        <p:txBody>
          <a:bodyPr>
            <a:normAutofit/>
          </a:bodyPr>
          <a:lstStyle/>
          <a:p>
            <a:endParaRPr lang="en-IN" dirty="0"/>
          </a:p>
        </p:txBody>
      </p:sp>
      <p:sp>
        <p:nvSpPr>
          <p:cNvPr id="4" name="Slide Number Placeholder 3">
            <a:extLst>
              <a:ext uri="{FF2B5EF4-FFF2-40B4-BE49-F238E27FC236}">
                <a16:creationId xmlns:a16="http://schemas.microsoft.com/office/drawing/2014/main" id="{0A5235AF-9012-259E-FA1A-465E08BECB4C}"/>
              </a:ext>
            </a:extLst>
          </p:cNvPr>
          <p:cNvSpPr>
            <a:spLocks noGrp="1"/>
          </p:cNvSpPr>
          <p:nvPr>
            <p:ph type="sldNum" sz="quarter" idx="10"/>
          </p:nvPr>
        </p:nvSpPr>
        <p:spPr/>
        <p:txBody>
          <a:bodyPr/>
          <a:lstStyle/>
          <a:p>
            <a:fld id="{1696B92D-2A32-4C16-979B-071562DB202E}" type="slidenum">
              <a:rPr lang="en-US" smtClean="0"/>
              <a:pPr/>
              <a:t>15</a:t>
            </a:fld>
            <a:endParaRPr lang="en-US" dirty="0"/>
          </a:p>
        </p:txBody>
      </p:sp>
    </p:spTree>
    <p:extLst>
      <p:ext uri="{BB962C8B-B14F-4D97-AF65-F5344CB8AC3E}">
        <p14:creationId xmlns:p14="http://schemas.microsoft.com/office/powerpoint/2010/main" val="625305225"/>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normAutofit/>
          </a:bodyPr>
          <a:lstStyle/>
          <a:p>
            <a:endParaRPr lang="en-IN" dirty="0"/>
          </a:p>
        </p:txBody>
      </p:sp>
      <p:sp>
        <p:nvSpPr>
          <p:cNvPr id="4" name="Slide Number Placeholder 3"/>
          <p:cNvSpPr>
            <a:spLocks noGrp="1"/>
          </p:cNvSpPr>
          <p:nvPr>
            <p:ph type="sldNum" sz="quarter" idx="10"/>
          </p:nvPr>
        </p:nvSpPr>
        <p:spPr/>
        <p:txBody>
          <a:bodyPr/>
          <a:lstStyle/>
          <a:p>
            <a:fld id="{1696B92D-2A32-4C16-979B-071562DB202E}" type="slidenum">
              <a:rPr lang="en-US" smtClean="0"/>
              <a:pPr/>
              <a:t>16</a:t>
            </a:fld>
            <a:endParaRPr lang="en-US" dirty="0"/>
          </a:p>
        </p:txBody>
      </p:sp>
    </p:spTree>
    <p:extLst>
      <p:ext uri="{BB962C8B-B14F-4D97-AF65-F5344CB8AC3E}">
        <p14:creationId xmlns:p14="http://schemas.microsoft.com/office/powerpoint/2010/main" val="1641826740"/>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normAutofit/>
          </a:bodyPr>
          <a:lstStyle/>
          <a:p>
            <a:endParaRPr lang="en-IN" dirty="0"/>
          </a:p>
        </p:txBody>
      </p:sp>
      <p:sp>
        <p:nvSpPr>
          <p:cNvPr id="4" name="Slide Number Placeholder 3"/>
          <p:cNvSpPr>
            <a:spLocks noGrp="1"/>
          </p:cNvSpPr>
          <p:nvPr>
            <p:ph type="sldNum" sz="quarter" idx="10"/>
          </p:nvPr>
        </p:nvSpPr>
        <p:spPr/>
        <p:txBody>
          <a:bodyPr/>
          <a:lstStyle/>
          <a:p>
            <a:fld id="{1696B92D-2A32-4C16-979B-071562DB202E}" type="slidenum">
              <a:rPr lang="en-US" smtClean="0"/>
              <a:pPr/>
              <a:t>17</a:t>
            </a:fld>
            <a:endParaRPr lang="en-US" dirty="0"/>
          </a:p>
        </p:txBody>
      </p:sp>
    </p:spTree>
    <p:extLst>
      <p:ext uri="{BB962C8B-B14F-4D97-AF65-F5344CB8AC3E}">
        <p14:creationId xmlns:p14="http://schemas.microsoft.com/office/powerpoint/2010/main" val="17844300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normAutofit/>
          </a:bodyPr>
          <a:lstStyle/>
          <a:p>
            <a:endParaRPr lang="en-IN" dirty="0"/>
          </a:p>
        </p:txBody>
      </p:sp>
      <p:sp>
        <p:nvSpPr>
          <p:cNvPr id="4" name="Slide Number Placeholder 3"/>
          <p:cNvSpPr>
            <a:spLocks noGrp="1"/>
          </p:cNvSpPr>
          <p:nvPr>
            <p:ph type="sldNum" sz="quarter" idx="10"/>
          </p:nvPr>
        </p:nvSpPr>
        <p:spPr/>
        <p:txBody>
          <a:bodyPr/>
          <a:lstStyle/>
          <a:p>
            <a:fld id="{1696B92D-2A32-4C16-979B-071562DB202E}" type="slidenum">
              <a:rPr lang="en-US" smtClean="0"/>
              <a:pPr/>
              <a:t>18</a:t>
            </a:fld>
            <a:endParaRPr lang="en-US" dirty="0"/>
          </a:p>
        </p:txBody>
      </p:sp>
    </p:spTree>
    <p:extLst>
      <p:ext uri="{BB962C8B-B14F-4D97-AF65-F5344CB8AC3E}">
        <p14:creationId xmlns:p14="http://schemas.microsoft.com/office/powerpoint/2010/main" val="1963588393"/>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US" dirty="0"/>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r>
              <a:rPr lang="en-US"/>
              <a:t>VII Semester, Department of ISE, RNSIT</a:t>
            </a:r>
            <a:endParaRPr lang="en-US" dirty="0"/>
          </a:p>
        </p:txBody>
      </p:sp>
      <p:sp>
        <p:nvSpPr>
          <p:cNvPr id="5" name="Footer Placeholder 4"/>
          <p:cNvSpPr>
            <a:spLocks noGrp="1"/>
          </p:cNvSpPr>
          <p:nvPr>
            <p:ph type="ftr" sz="quarter" idx="11"/>
          </p:nvPr>
        </p:nvSpPr>
        <p:spPr/>
        <p:txBody>
          <a:bodyPr/>
          <a:lstStyle/>
          <a:p>
            <a:r>
              <a:rPr lang="en-US"/>
              <a:t>2024 - 2025</a:t>
            </a:r>
            <a:endParaRPr lang="en-US" dirty="0"/>
          </a:p>
        </p:txBody>
      </p:sp>
      <p:sp>
        <p:nvSpPr>
          <p:cNvPr id="6" name="Slide Number Placeholder 5"/>
          <p:cNvSpPr>
            <a:spLocks noGrp="1"/>
          </p:cNvSpPr>
          <p:nvPr>
            <p:ph type="sldNum" sz="quarter" idx="12"/>
          </p:nvPr>
        </p:nvSpPr>
        <p:spPr/>
        <p:txBody>
          <a:bodyPr/>
          <a:lstStyle/>
          <a:p>
            <a:fld id="{5B4F5413-E548-45A8-B9DD-11B71454D5CA}" type="slidenum">
              <a:rPr lang="en-US" smtClean="0"/>
              <a:pPr/>
              <a:t>‹#›</a:t>
            </a:fld>
            <a:endParaRPr lang="en-US" dirty="0"/>
          </a:p>
        </p:txBody>
      </p:sp>
    </p:spTree>
    <p:extLst>
      <p:ext uri="{BB962C8B-B14F-4D97-AF65-F5344CB8AC3E}">
        <p14:creationId xmlns:p14="http://schemas.microsoft.com/office/powerpoint/2010/main" val="131969413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r>
              <a:rPr lang="en-US"/>
              <a:t>VII Semester, Department of ISE, RNSIT</a:t>
            </a:r>
            <a:endParaRPr lang="en-US" dirty="0"/>
          </a:p>
        </p:txBody>
      </p:sp>
      <p:sp>
        <p:nvSpPr>
          <p:cNvPr id="5" name="Footer Placeholder 4"/>
          <p:cNvSpPr>
            <a:spLocks noGrp="1"/>
          </p:cNvSpPr>
          <p:nvPr>
            <p:ph type="ftr" sz="quarter" idx="11"/>
          </p:nvPr>
        </p:nvSpPr>
        <p:spPr/>
        <p:txBody>
          <a:bodyPr/>
          <a:lstStyle/>
          <a:p>
            <a:r>
              <a:rPr lang="en-US"/>
              <a:t>2024 - 2025</a:t>
            </a:r>
            <a:endParaRPr lang="en-US" dirty="0"/>
          </a:p>
        </p:txBody>
      </p:sp>
      <p:sp>
        <p:nvSpPr>
          <p:cNvPr id="6" name="Slide Number Placeholder 5"/>
          <p:cNvSpPr>
            <a:spLocks noGrp="1"/>
          </p:cNvSpPr>
          <p:nvPr>
            <p:ph type="sldNum" sz="quarter" idx="12"/>
          </p:nvPr>
        </p:nvSpPr>
        <p:spPr/>
        <p:txBody>
          <a:bodyPr/>
          <a:lstStyle/>
          <a:p>
            <a:fld id="{5B4F5413-E548-45A8-B9DD-11B71454D5CA}" type="slidenum">
              <a:rPr lang="en-US" smtClean="0"/>
              <a:pPr/>
              <a:t>‹#›</a:t>
            </a:fld>
            <a:endParaRPr lang="en-US" dirty="0"/>
          </a:p>
        </p:txBody>
      </p:sp>
    </p:spTree>
    <p:extLst>
      <p:ext uri="{BB962C8B-B14F-4D97-AF65-F5344CB8AC3E}">
        <p14:creationId xmlns:p14="http://schemas.microsoft.com/office/powerpoint/2010/main" val="256926961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US" dirty="0"/>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r>
              <a:rPr lang="en-US"/>
              <a:t>VII Semester, Department of ISE, RNSIT</a:t>
            </a:r>
            <a:endParaRPr lang="en-US" dirty="0"/>
          </a:p>
        </p:txBody>
      </p:sp>
      <p:sp>
        <p:nvSpPr>
          <p:cNvPr id="5" name="Footer Placeholder 4"/>
          <p:cNvSpPr>
            <a:spLocks noGrp="1"/>
          </p:cNvSpPr>
          <p:nvPr>
            <p:ph type="ftr" sz="quarter" idx="11"/>
          </p:nvPr>
        </p:nvSpPr>
        <p:spPr/>
        <p:txBody>
          <a:bodyPr/>
          <a:lstStyle/>
          <a:p>
            <a:r>
              <a:rPr lang="en-US"/>
              <a:t>2024 - 2025</a:t>
            </a:r>
            <a:endParaRPr lang="en-US" dirty="0"/>
          </a:p>
        </p:txBody>
      </p:sp>
      <p:sp>
        <p:nvSpPr>
          <p:cNvPr id="6" name="Slide Number Placeholder 5"/>
          <p:cNvSpPr>
            <a:spLocks noGrp="1"/>
          </p:cNvSpPr>
          <p:nvPr>
            <p:ph type="sldNum" sz="quarter" idx="12"/>
          </p:nvPr>
        </p:nvSpPr>
        <p:spPr/>
        <p:txBody>
          <a:bodyPr/>
          <a:lstStyle/>
          <a:p>
            <a:fld id="{5B4F5413-E548-45A8-B9DD-11B71454D5CA}" type="slidenum">
              <a:rPr lang="en-US" smtClean="0"/>
              <a:pPr/>
              <a:t>‹#›</a:t>
            </a:fld>
            <a:endParaRPr lang="en-US" dirty="0"/>
          </a:p>
        </p:txBody>
      </p:sp>
    </p:spTree>
    <p:extLst>
      <p:ext uri="{BB962C8B-B14F-4D97-AF65-F5344CB8AC3E}">
        <p14:creationId xmlns:p14="http://schemas.microsoft.com/office/powerpoint/2010/main" val="175005618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r>
              <a:rPr lang="en-US"/>
              <a:t>VII Semester, Department of ISE, RNSIT</a:t>
            </a:r>
            <a:endParaRPr lang="en-US" dirty="0"/>
          </a:p>
        </p:txBody>
      </p:sp>
      <p:sp>
        <p:nvSpPr>
          <p:cNvPr id="6" name="Footer Placeholder 5"/>
          <p:cNvSpPr>
            <a:spLocks noGrp="1"/>
          </p:cNvSpPr>
          <p:nvPr>
            <p:ph type="ftr" sz="quarter" idx="11"/>
          </p:nvPr>
        </p:nvSpPr>
        <p:spPr/>
        <p:txBody>
          <a:bodyPr/>
          <a:lstStyle/>
          <a:p>
            <a:r>
              <a:rPr lang="en-US"/>
              <a:t>2024 - 2025</a:t>
            </a:r>
            <a:endParaRPr lang="en-US" dirty="0"/>
          </a:p>
        </p:txBody>
      </p:sp>
      <p:sp>
        <p:nvSpPr>
          <p:cNvPr id="7" name="Slide Number Placeholder 6"/>
          <p:cNvSpPr>
            <a:spLocks noGrp="1"/>
          </p:cNvSpPr>
          <p:nvPr>
            <p:ph type="sldNum" sz="quarter" idx="12"/>
          </p:nvPr>
        </p:nvSpPr>
        <p:spPr/>
        <p:txBody>
          <a:bodyPr/>
          <a:lstStyle/>
          <a:p>
            <a:fld id="{5B4F5413-E548-45A8-B9DD-11B71454D5CA}" type="slidenum">
              <a:rPr lang="en-US" smtClean="0"/>
              <a:pPr/>
              <a:t>‹#›</a:t>
            </a:fld>
            <a:endParaRPr lang="en-US" dirty="0"/>
          </a:p>
        </p:txBody>
      </p:sp>
    </p:spTree>
    <p:extLst>
      <p:ext uri="{BB962C8B-B14F-4D97-AF65-F5344CB8AC3E}">
        <p14:creationId xmlns:p14="http://schemas.microsoft.com/office/powerpoint/2010/main" val="242596777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endParaRPr lang="en-US" dirty="0"/>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r>
              <a:rPr lang="en-US"/>
              <a:t>VII Semester, Department of ISE, RNSIT</a:t>
            </a:r>
            <a:endParaRPr lang="en-US" dirty="0"/>
          </a:p>
        </p:txBody>
      </p:sp>
      <p:sp>
        <p:nvSpPr>
          <p:cNvPr id="8" name="Footer Placeholder 7"/>
          <p:cNvSpPr>
            <a:spLocks noGrp="1"/>
          </p:cNvSpPr>
          <p:nvPr>
            <p:ph type="ftr" sz="quarter" idx="11"/>
          </p:nvPr>
        </p:nvSpPr>
        <p:spPr/>
        <p:txBody>
          <a:bodyPr/>
          <a:lstStyle/>
          <a:p>
            <a:r>
              <a:rPr lang="en-US"/>
              <a:t>2024 - 2025</a:t>
            </a:r>
            <a:endParaRPr lang="en-US" dirty="0"/>
          </a:p>
        </p:txBody>
      </p:sp>
      <p:sp>
        <p:nvSpPr>
          <p:cNvPr id="9" name="Slide Number Placeholder 8"/>
          <p:cNvSpPr>
            <a:spLocks noGrp="1"/>
          </p:cNvSpPr>
          <p:nvPr>
            <p:ph type="sldNum" sz="quarter" idx="12"/>
          </p:nvPr>
        </p:nvSpPr>
        <p:spPr/>
        <p:txBody>
          <a:bodyPr/>
          <a:lstStyle/>
          <a:p>
            <a:fld id="{5B4F5413-E548-45A8-B9DD-11B71454D5CA}" type="slidenum">
              <a:rPr lang="en-US" smtClean="0"/>
              <a:pPr/>
              <a:t>‹#›</a:t>
            </a:fld>
            <a:endParaRPr lang="en-US" dirty="0"/>
          </a:p>
        </p:txBody>
      </p:sp>
    </p:spTree>
    <p:extLst>
      <p:ext uri="{BB962C8B-B14F-4D97-AF65-F5344CB8AC3E}">
        <p14:creationId xmlns:p14="http://schemas.microsoft.com/office/powerpoint/2010/main" val="222416775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r>
              <a:rPr lang="en-US"/>
              <a:t>VII Semester, Department of ISE, RNSIT</a:t>
            </a:r>
            <a:endParaRPr lang="en-US" dirty="0"/>
          </a:p>
        </p:txBody>
      </p:sp>
      <p:sp>
        <p:nvSpPr>
          <p:cNvPr id="4" name="Footer Placeholder 3"/>
          <p:cNvSpPr>
            <a:spLocks noGrp="1"/>
          </p:cNvSpPr>
          <p:nvPr>
            <p:ph type="ftr" sz="quarter" idx="11"/>
          </p:nvPr>
        </p:nvSpPr>
        <p:spPr/>
        <p:txBody>
          <a:bodyPr/>
          <a:lstStyle/>
          <a:p>
            <a:r>
              <a:rPr lang="en-US"/>
              <a:t>2024 - 2025</a:t>
            </a:r>
            <a:endParaRPr lang="en-US" dirty="0"/>
          </a:p>
        </p:txBody>
      </p:sp>
      <p:sp>
        <p:nvSpPr>
          <p:cNvPr id="5" name="Slide Number Placeholder 4"/>
          <p:cNvSpPr>
            <a:spLocks noGrp="1"/>
          </p:cNvSpPr>
          <p:nvPr>
            <p:ph type="sldNum" sz="quarter" idx="12"/>
          </p:nvPr>
        </p:nvSpPr>
        <p:spPr/>
        <p:txBody>
          <a:bodyPr/>
          <a:lstStyle/>
          <a:p>
            <a:fld id="{5B4F5413-E548-45A8-B9DD-11B71454D5CA}" type="slidenum">
              <a:rPr lang="en-US" smtClean="0"/>
              <a:pPr/>
              <a:t>‹#›</a:t>
            </a:fld>
            <a:endParaRPr lang="en-US" dirty="0"/>
          </a:p>
        </p:txBody>
      </p:sp>
    </p:spTree>
    <p:extLst>
      <p:ext uri="{BB962C8B-B14F-4D97-AF65-F5344CB8AC3E}">
        <p14:creationId xmlns:p14="http://schemas.microsoft.com/office/powerpoint/2010/main" val="110715271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r>
              <a:rPr lang="en-US"/>
              <a:t>VII Semester, Department of ISE, RNSIT</a:t>
            </a:r>
            <a:endParaRPr lang="en-US" dirty="0"/>
          </a:p>
        </p:txBody>
      </p:sp>
      <p:sp>
        <p:nvSpPr>
          <p:cNvPr id="3" name="Footer Placeholder 2"/>
          <p:cNvSpPr>
            <a:spLocks noGrp="1"/>
          </p:cNvSpPr>
          <p:nvPr>
            <p:ph type="ftr" sz="quarter" idx="11"/>
          </p:nvPr>
        </p:nvSpPr>
        <p:spPr/>
        <p:txBody>
          <a:bodyPr/>
          <a:lstStyle/>
          <a:p>
            <a:r>
              <a:rPr lang="en-US"/>
              <a:t>2024 - 2025</a:t>
            </a:r>
            <a:endParaRPr lang="en-US" dirty="0"/>
          </a:p>
        </p:txBody>
      </p:sp>
      <p:sp>
        <p:nvSpPr>
          <p:cNvPr id="4" name="Slide Number Placeholder 3"/>
          <p:cNvSpPr>
            <a:spLocks noGrp="1"/>
          </p:cNvSpPr>
          <p:nvPr>
            <p:ph type="sldNum" sz="quarter" idx="12"/>
          </p:nvPr>
        </p:nvSpPr>
        <p:spPr/>
        <p:txBody>
          <a:bodyPr/>
          <a:lstStyle/>
          <a:p>
            <a:fld id="{5B4F5413-E548-45A8-B9DD-11B71454D5CA}" type="slidenum">
              <a:rPr lang="en-US" smtClean="0"/>
              <a:pPr/>
              <a:t>‹#›</a:t>
            </a:fld>
            <a:endParaRPr lang="en-US" dirty="0"/>
          </a:p>
        </p:txBody>
      </p:sp>
    </p:spTree>
    <p:extLst>
      <p:ext uri="{BB962C8B-B14F-4D97-AF65-F5344CB8AC3E}">
        <p14:creationId xmlns:p14="http://schemas.microsoft.com/office/powerpoint/2010/main" val="179915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US" dirty="0"/>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r>
              <a:rPr lang="en-US"/>
              <a:t>VII Semester, Department of ISE, RNSIT</a:t>
            </a:r>
            <a:endParaRPr lang="en-US" dirty="0"/>
          </a:p>
        </p:txBody>
      </p:sp>
      <p:sp>
        <p:nvSpPr>
          <p:cNvPr id="6" name="Footer Placeholder 5"/>
          <p:cNvSpPr>
            <a:spLocks noGrp="1"/>
          </p:cNvSpPr>
          <p:nvPr>
            <p:ph type="ftr" sz="quarter" idx="11"/>
          </p:nvPr>
        </p:nvSpPr>
        <p:spPr/>
        <p:txBody>
          <a:bodyPr/>
          <a:lstStyle/>
          <a:p>
            <a:r>
              <a:rPr lang="en-US"/>
              <a:t>2024 - 2025</a:t>
            </a:r>
            <a:endParaRPr lang="en-US" dirty="0"/>
          </a:p>
        </p:txBody>
      </p:sp>
      <p:sp>
        <p:nvSpPr>
          <p:cNvPr id="7" name="Slide Number Placeholder 6"/>
          <p:cNvSpPr>
            <a:spLocks noGrp="1"/>
          </p:cNvSpPr>
          <p:nvPr>
            <p:ph type="sldNum" sz="quarter" idx="12"/>
          </p:nvPr>
        </p:nvSpPr>
        <p:spPr/>
        <p:txBody>
          <a:bodyPr/>
          <a:lstStyle/>
          <a:p>
            <a:fld id="{5B4F5413-E548-45A8-B9DD-11B71454D5CA}" type="slidenum">
              <a:rPr lang="en-US" smtClean="0"/>
              <a:pPr/>
              <a:t>‹#›</a:t>
            </a:fld>
            <a:endParaRPr lang="en-US" dirty="0"/>
          </a:p>
        </p:txBody>
      </p:sp>
    </p:spTree>
    <p:extLst>
      <p:ext uri="{BB962C8B-B14F-4D97-AF65-F5344CB8AC3E}">
        <p14:creationId xmlns:p14="http://schemas.microsoft.com/office/powerpoint/2010/main" val="415447953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5183188" y="987425"/>
            <a:ext cx="6172200" cy="4873625"/>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r>
              <a:rPr lang="en-US"/>
              <a:t>VII Semester, Department of ISE, RNSIT</a:t>
            </a:r>
            <a:endParaRPr lang="en-US" dirty="0"/>
          </a:p>
        </p:txBody>
      </p:sp>
      <p:sp>
        <p:nvSpPr>
          <p:cNvPr id="6" name="Footer Placeholder 5"/>
          <p:cNvSpPr>
            <a:spLocks noGrp="1"/>
          </p:cNvSpPr>
          <p:nvPr>
            <p:ph type="ftr" sz="quarter" idx="11"/>
          </p:nvPr>
        </p:nvSpPr>
        <p:spPr/>
        <p:txBody>
          <a:bodyPr/>
          <a:lstStyle/>
          <a:p>
            <a:r>
              <a:rPr lang="en-US"/>
              <a:t>2024 - 2025</a:t>
            </a:r>
            <a:endParaRPr lang="en-US" dirty="0"/>
          </a:p>
        </p:txBody>
      </p:sp>
      <p:sp>
        <p:nvSpPr>
          <p:cNvPr id="7" name="Slide Number Placeholder 6"/>
          <p:cNvSpPr>
            <a:spLocks noGrp="1"/>
          </p:cNvSpPr>
          <p:nvPr>
            <p:ph type="sldNum" sz="quarter" idx="12"/>
          </p:nvPr>
        </p:nvSpPr>
        <p:spPr/>
        <p:txBody>
          <a:bodyPr/>
          <a:lstStyle/>
          <a:p>
            <a:fld id="{5B4F5413-E548-45A8-B9DD-11B71454D5CA}" type="slidenum">
              <a:rPr lang="en-US" smtClean="0"/>
              <a:pPr/>
              <a:t>‹#›</a:t>
            </a:fld>
            <a:endParaRPr lang="en-US" dirty="0"/>
          </a:p>
        </p:txBody>
      </p:sp>
    </p:spTree>
    <p:extLst>
      <p:ext uri="{BB962C8B-B14F-4D97-AF65-F5344CB8AC3E}">
        <p14:creationId xmlns:p14="http://schemas.microsoft.com/office/powerpoint/2010/main" val="400869671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r>
              <a:rPr lang="en-US"/>
              <a:t>VII Semester, Department of ISE, RNSIT</a:t>
            </a:r>
            <a:endParaRPr lang="en-US" dirty="0"/>
          </a:p>
        </p:txBody>
      </p:sp>
      <p:sp>
        <p:nvSpPr>
          <p:cNvPr id="5" name="Footer Placeholder 4"/>
          <p:cNvSpPr>
            <a:spLocks noGrp="1"/>
          </p:cNvSpPr>
          <p:nvPr>
            <p:ph type="ftr" sz="quarter" idx="11"/>
          </p:nvPr>
        </p:nvSpPr>
        <p:spPr/>
        <p:txBody>
          <a:bodyPr/>
          <a:lstStyle/>
          <a:p>
            <a:r>
              <a:rPr lang="en-US"/>
              <a:t>2024 - 2025</a:t>
            </a:r>
            <a:endParaRPr lang="en-US" dirty="0"/>
          </a:p>
        </p:txBody>
      </p:sp>
      <p:sp>
        <p:nvSpPr>
          <p:cNvPr id="6" name="Slide Number Placeholder 5"/>
          <p:cNvSpPr>
            <a:spLocks noGrp="1"/>
          </p:cNvSpPr>
          <p:nvPr>
            <p:ph type="sldNum" sz="quarter" idx="12"/>
          </p:nvPr>
        </p:nvSpPr>
        <p:spPr/>
        <p:txBody>
          <a:bodyPr/>
          <a:lstStyle/>
          <a:p>
            <a:fld id="{5B4F5413-E548-45A8-B9DD-11B71454D5CA}" type="slidenum">
              <a:rPr lang="en-US" smtClean="0"/>
              <a:pPr/>
              <a:t>‹#›</a:t>
            </a:fld>
            <a:endParaRPr lang="en-US" dirty="0"/>
          </a:p>
        </p:txBody>
      </p:sp>
    </p:spTree>
    <p:extLst>
      <p:ext uri="{BB962C8B-B14F-4D97-AF65-F5344CB8AC3E}">
        <p14:creationId xmlns:p14="http://schemas.microsoft.com/office/powerpoint/2010/main" val="243763701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r>
              <a:rPr lang="en-US"/>
              <a:t>VII Semester, Department of ISE, RNSIT</a:t>
            </a:r>
            <a:endParaRPr lang="en-US" dirty="0"/>
          </a:p>
        </p:txBody>
      </p:sp>
      <p:sp>
        <p:nvSpPr>
          <p:cNvPr id="5" name="Footer Placeholder 4"/>
          <p:cNvSpPr>
            <a:spLocks noGrp="1"/>
          </p:cNvSpPr>
          <p:nvPr>
            <p:ph type="ftr" sz="quarter" idx="11"/>
          </p:nvPr>
        </p:nvSpPr>
        <p:spPr/>
        <p:txBody>
          <a:bodyPr/>
          <a:lstStyle/>
          <a:p>
            <a:r>
              <a:rPr lang="en-US"/>
              <a:t>2024 - 2025</a:t>
            </a:r>
            <a:endParaRPr lang="en-US" dirty="0"/>
          </a:p>
        </p:txBody>
      </p:sp>
      <p:sp>
        <p:nvSpPr>
          <p:cNvPr id="6" name="Slide Number Placeholder 5"/>
          <p:cNvSpPr>
            <a:spLocks noGrp="1"/>
          </p:cNvSpPr>
          <p:nvPr>
            <p:ph type="sldNum" sz="quarter" idx="12"/>
          </p:nvPr>
        </p:nvSpPr>
        <p:spPr/>
        <p:txBody>
          <a:bodyPr/>
          <a:lstStyle/>
          <a:p>
            <a:fld id="{5B4F5413-E548-45A8-B9DD-11B71454D5CA}" type="slidenum">
              <a:rPr lang="en-US" smtClean="0"/>
              <a:pPr/>
              <a:t>‹#›</a:t>
            </a:fld>
            <a:endParaRPr lang="en-US" dirty="0"/>
          </a:p>
        </p:txBody>
      </p:sp>
    </p:spTree>
    <p:extLst>
      <p:ext uri="{BB962C8B-B14F-4D97-AF65-F5344CB8AC3E}">
        <p14:creationId xmlns:p14="http://schemas.microsoft.com/office/powerpoint/2010/main" val="37828893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jpe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image" Target="../media/image2.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r>
              <a:rPr lang="en-US"/>
              <a:t>VII Semester, Department of ISE, RNSIT</a:t>
            </a:r>
            <a:endParaRPr lang="en-US" dirty="0"/>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r>
              <a:rPr lang="en-US"/>
              <a:t>2024 - 2025</a:t>
            </a:r>
            <a:endParaRPr lang="en-US" dirty="0"/>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5B4F5413-E548-45A8-B9DD-11B71454D5CA}" type="slidenum">
              <a:rPr lang="en-US" smtClean="0"/>
              <a:pPr/>
              <a:t>‹#›</a:t>
            </a:fld>
            <a:endParaRPr lang="en-US" dirty="0"/>
          </a:p>
        </p:txBody>
      </p:sp>
      <p:pic>
        <p:nvPicPr>
          <p:cNvPr id="7" name="Picture 6" descr="Logo, company name&#10;&#10;Description automatically generated">
            <a:extLst>
              <a:ext uri="{FF2B5EF4-FFF2-40B4-BE49-F238E27FC236}">
                <a16:creationId xmlns:a16="http://schemas.microsoft.com/office/drawing/2014/main" id="{04A10141-0E9A-EFA1-ACD8-BF642B1B5244}"/>
              </a:ext>
            </a:extLst>
          </p:cNvPr>
          <p:cNvPicPr>
            <a:picLocks noChangeAspect="1"/>
          </p:cNvPicPr>
          <p:nvPr userDrawn="1"/>
        </p:nvPicPr>
        <p:blipFill>
          <a:blip r:embed="rId13" cstate="print">
            <a:extLst>
              <a:ext uri="{28A0092B-C50C-407E-A947-70E740481C1C}">
                <a14:useLocalDpi xmlns:a14="http://schemas.microsoft.com/office/drawing/2010/main" val="0"/>
              </a:ext>
            </a:extLst>
          </a:blip>
          <a:stretch>
            <a:fillRect/>
          </a:stretch>
        </p:blipFill>
        <p:spPr>
          <a:xfrm>
            <a:off x="0" y="0"/>
            <a:ext cx="838094" cy="548680"/>
          </a:xfrm>
          <a:prstGeom prst="rect">
            <a:avLst/>
          </a:prstGeom>
        </p:spPr>
      </p:pic>
      <p:pic>
        <p:nvPicPr>
          <p:cNvPr id="8" name="Picture 7" descr="A picture containing calendar&#10;&#10;Description automatically generated">
            <a:extLst>
              <a:ext uri="{FF2B5EF4-FFF2-40B4-BE49-F238E27FC236}">
                <a16:creationId xmlns:a16="http://schemas.microsoft.com/office/drawing/2014/main" id="{616007BF-4D13-CD21-056C-CA02F5979F60}"/>
              </a:ext>
            </a:extLst>
          </p:cNvPr>
          <p:cNvPicPr>
            <a:picLocks noChangeAspect="1"/>
          </p:cNvPicPr>
          <p:nvPr userDrawn="1"/>
        </p:nvPicPr>
        <p:blipFill>
          <a:blip r:embed="rId14" cstate="print">
            <a:extLst>
              <a:ext uri="{28A0092B-C50C-407E-A947-70E740481C1C}">
                <a14:useLocalDpi xmlns:a14="http://schemas.microsoft.com/office/drawing/2010/main" val="0"/>
              </a:ext>
            </a:extLst>
          </a:blip>
          <a:stretch>
            <a:fillRect/>
          </a:stretch>
        </p:blipFill>
        <p:spPr>
          <a:xfrm>
            <a:off x="11476139" y="18044"/>
            <a:ext cx="693483" cy="694162"/>
          </a:xfrm>
          <a:prstGeom prst="rect">
            <a:avLst/>
          </a:prstGeom>
        </p:spPr>
      </p:pic>
    </p:spTree>
    <p:extLst>
      <p:ext uri="{BB962C8B-B14F-4D97-AF65-F5344CB8AC3E}">
        <p14:creationId xmlns:p14="http://schemas.microsoft.com/office/powerpoint/2010/main" val="2256821698"/>
      </p:ext>
    </p:extLst>
  </p:cSld>
  <p:clrMap bg1="lt1" tx1="dk1" bg2="lt2" tx2="dk2" accent1="accent1" accent2="accent2" accent3="accent3" accent4="accent4" accent5="accent5" accent6="accent6" hlink="hlink" folHlink="folHlink"/>
  <p:sldLayoutIdLst>
    <p:sldLayoutId id="2147483745" r:id="rId1"/>
    <p:sldLayoutId id="2147483746" r:id="rId2"/>
    <p:sldLayoutId id="2147483747" r:id="rId3"/>
    <p:sldLayoutId id="2147483748" r:id="rId4"/>
    <p:sldLayoutId id="2147483749" r:id="rId5"/>
    <p:sldLayoutId id="2147483750" r:id="rId6"/>
    <p:sldLayoutId id="2147483751" r:id="rId7"/>
    <p:sldLayoutId id="2147483752" r:id="rId8"/>
    <p:sldLayoutId id="2147483753" r:id="rId9"/>
    <p:sldLayoutId id="2147483754" r:id="rId10"/>
    <p:sldLayoutId id="2147483755" r:id="rId11"/>
  </p:sldLayoutIdLst>
  <p:hf hdr="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3.jp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4.jp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8" Type="http://schemas.openxmlformats.org/officeDocument/2006/relationships/image" Target="../media/image10.png"/><Relationship Id="rId3" Type="http://schemas.openxmlformats.org/officeDocument/2006/relationships/image" Target="../media/image5.png"/><Relationship Id="rId7" Type="http://schemas.openxmlformats.org/officeDocument/2006/relationships/image" Target="../media/image9.png"/><Relationship Id="rId2" Type="http://schemas.openxmlformats.org/officeDocument/2006/relationships/notesSlide" Target="../notesSlides/notesSlide2.xml"/><Relationship Id="rId1" Type="http://schemas.openxmlformats.org/officeDocument/2006/relationships/slideLayout" Target="../slideLayouts/slideLayout2.xml"/><Relationship Id="rId6" Type="http://schemas.openxmlformats.org/officeDocument/2006/relationships/image" Target="../media/image8.png"/><Relationship Id="rId5" Type="http://schemas.openxmlformats.org/officeDocument/2006/relationships/image" Target="../media/image7.png"/><Relationship Id="rId4" Type="http://schemas.openxmlformats.org/officeDocument/2006/relationships/image" Target="../media/image6.png"/></Relationships>
</file>

<file path=ppt/slides/_rels/slide14.xml.rels><?xml version="1.0" encoding="UTF-8" standalone="yes"?>
<Relationships xmlns="http://schemas.openxmlformats.org/package/2006/relationships"><Relationship Id="rId3" Type="http://schemas.openxmlformats.org/officeDocument/2006/relationships/hyperlink" Target="../../../../../../../OneDrive/Desktop/FinalPresentstion/code.pdf" TargetMode="External"/><Relationship Id="rId2" Type="http://schemas.openxmlformats.org/officeDocument/2006/relationships/notesSlide" Target="../notesSlides/notesSlide3.xml"/><Relationship Id="rId1" Type="http://schemas.openxmlformats.org/officeDocument/2006/relationships/slideLayout" Target="../slideLayouts/slideLayout2.xml"/><Relationship Id="rId6" Type="http://schemas.openxmlformats.org/officeDocument/2006/relationships/image" Target="../media/image13.png"/><Relationship Id="rId5" Type="http://schemas.openxmlformats.org/officeDocument/2006/relationships/image" Target="../media/image12.png"/><Relationship Id="rId4" Type="http://schemas.openxmlformats.org/officeDocument/2006/relationships/image" Target="../media/image11.png"/></Relationships>
</file>

<file path=ppt/slides/_rels/slide15.xml.rels><?xml version="1.0" encoding="UTF-8" standalone="yes"?>
<Relationships xmlns="http://schemas.openxmlformats.org/package/2006/relationships"><Relationship Id="rId3" Type="http://schemas.openxmlformats.org/officeDocument/2006/relationships/image" Target="../media/image14.jpg"/><Relationship Id="rId2" Type="http://schemas.openxmlformats.org/officeDocument/2006/relationships/notesSlide" Target="../notesSlides/notesSlide4.xml"/><Relationship Id="rId1" Type="http://schemas.openxmlformats.org/officeDocument/2006/relationships/slideLayout" Target="../slideLayouts/slideLayout2.xml"/><Relationship Id="rId4" Type="http://schemas.openxmlformats.org/officeDocument/2006/relationships/image" Target="../media/image15.jpg"/></Relationships>
</file>

<file path=ppt/slides/_rels/slide16.xml.rels><?xml version="1.0" encoding="UTF-8" standalone="yes"?>
<Relationships xmlns="http://schemas.openxmlformats.org/package/2006/relationships"><Relationship Id="rId3" Type="http://schemas.openxmlformats.org/officeDocument/2006/relationships/image" Target="../media/image16.jpg"/><Relationship Id="rId2" Type="http://schemas.openxmlformats.org/officeDocument/2006/relationships/notesSlide" Target="../notesSlides/notesSlide5.xml"/><Relationship Id="rId1" Type="http://schemas.openxmlformats.org/officeDocument/2006/relationships/slideLayout" Target="../slideLayouts/slideLayout2.xml"/><Relationship Id="rId4" Type="http://schemas.openxmlformats.org/officeDocument/2006/relationships/image" Target="../media/image17.jpg"/></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18.jpe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19.jpe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p:cNvSpPr>
            <a:spLocks noGrp="1"/>
          </p:cNvSpPr>
          <p:nvPr>
            <p:ph type="ctrTitle"/>
          </p:nvPr>
        </p:nvSpPr>
        <p:spPr>
          <a:xfrm>
            <a:off x="383704" y="2167302"/>
            <a:ext cx="11424592" cy="1231106"/>
          </a:xfrm>
        </p:spPr>
        <p:txBody>
          <a:bodyPr>
            <a:normAutofit fontScale="90000"/>
          </a:bodyPr>
          <a:lstStyle/>
          <a:p>
            <a:pPr algn="ctr"/>
            <a:r>
              <a:rPr lang="en-US" sz="3400" i="1" dirty="0">
                <a:solidFill>
                  <a:srgbClr val="FF0000"/>
                </a:solidFill>
                <a:latin typeface="Berlin Sans FB Demi" panose="020E0802020502020306" pitchFamily="34" charset="0"/>
              </a:rPr>
              <a:t>Fake Registration Plate and Traffic Rules Violation Detection</a:t>
            </a:r>
            <a:r>
              <a:rPr lang="en-US" sz="3400" b="1" i="1" dirty="0">
                <a:solidFill>
                  <a:srgbClr val="FF0000"/>
                </a:solidFill>
                <a:latin typeface="Berlin Sans FB Demi" panose="020E0802020502020306" pitchFamily="34" charset="0"/>
              </a:rPr>
              <a:t>  </a:t>
            </a:r>
            <a:br>
              <a:rPr lang="en-US" sz="3400" dirty="0">
                <a:solidFill>
                  <a:srgbClr val="FF0000"/>
                </a:solidFill>
                <a:latin typeface="Berlin Sans FB Demi" panose="020E0802020502020306" pitchFamily="34" charset="0"/>
              </a:rPr>
            </a:br>
            <a:endParaRPr lang="en-US" sz="3400" dirty="0">
              <a:solidFill>
                <a:srgbClr val="FF0000"/>
              </a:solidFill>
              <a:latin typeface="Berlin Sans FB Demi" panose="020E0802020502020306" pitchFamily="34" charset="0"/>
            </a:endParaRPr>
          </a:p>
        </p:txBody>
      </p:sp>
      <p:sp>
        <p:nvSpPr>
          <p:cNvPr id="11" name="Subtitle 10"/>
          <p:cNvSpPr>
            <a:spLocks noGrp="1"/>
          </p:cNvSpPr>
          <p:nvPr>
            <p:ph type="subTitle" idx="1"/>
          </p:nvPr>
        </p:nvSpPr>
        <p:spPr>
          <a:xfrm>
            <a:off x="2927648" y="3069787"/>
            <a:ext cx="5434906" cy="1800200"/>
          </a:xfrm>
        </p:spPr>
        <p:txBody>
          <a:bodyPr>
            <a:noAutofit/>
          </a:bodyPr>
          <a:lstStyle/>
          <a:p>
            <a:pPr lvl="0" fontAlgn="base">
              <a:spcBef>
                <a:spcPct val="0"/>
              </a:spcBef>
              <a:spcAft>
                <a:spcPct val="0"/>
              </a:spcAft>
            </a:pPr>
            <a:r>
              <a:rPr lang="en-US" sz="2400" b="1" dirty="0">
                <a:solidFill>
                  <a:srgbClr val="C00000"/>
                </a:solidFill>
                <a:latin typeface="Times New Roman" pitchFamily="18" charset="0"/>
                <a:cs typeface="Times New Roman" pitchFamily="18" charset="0"/>
              </a:rPr>
              <a:t>           Candidate Names</a:t>
            </a:r>
          </a:p>
          <a:p>
            <a:pPr lvl="0" fontAlgn="base">
              <a:lnSpc>
                <a:spcPct val="100000"/>
              </a:lnSpc>
              <a:spcBef>
                <a:spcPct val="0"/>
              </a:spcBef>
              <a:spcAft>
                <a:spcPct val="0"/>
              </a:spcAft>
            </a:pPr>
            <a:r>
              <a:rPr lang="en-US" sz="2400" b="1" dirty="0">
                <a:solidFill>
                  <a:srgbClr val="000066"/>
                </a:solidFill>
                <a:latin typeface="Times New Roman" pitchFamily="18" charset="0"/>
                <a:cs typeface="Times New Roman" pitchFamily="18" charset="0"/>
              </a:rPr>
              <a:t>            Deepa G Warad : 1RN21IS040</a:t>
            </a:r>
          </a:p>
          <a:p>
            <a:pPr fontAlgn="base">
              <a:lnSpc>
                <a:spcPct val="100000"/>
              </a:lnSpc>
              <a:spcBef>
                <a:spcPct val="0"/>
              </a:spcBef>
              <a:spcAft>
                <a:spcPct val="0"/>
              </a:spcAft>
            </a:pPr>
            <a:r>
              <a:rPr lang="en-US" b="1" dirty="0">
                <a:solidFill>
                  <a:srgbClr val="000066"/>
                </a:solidFill>
                <a:latin typeface="Times New Roman" pitchFamily="18" charset="0"/>
                <a:cs typeface="Times New Roman" pitchFamily="18" charset="0"/>
              </a:rPr>
              <a:t>	Gokul B M         :  1RN21IS051</a:t>
            </a:r>
          </a:p>
          <a:p>
            <a:pPr lvl="0" fontAlgn="base">
              <a:lnSpc>
                <a:spcPct val="100000"/>
              </a:lnSpc>
              <a:spcBef>
                <a:spcPct val="0"/>
              </a:spcBef>
              <a:spcAft>
                <a:spcPct val="0"/>
              </a:spcAft>
            </a:pPr>
            <a:r>
              <a:rPr lang="en-US" b="1" dirty="0">
                <a:solidFill>
                  <a:srgbClr val="000066"/>
                </a:solidFill>
                <a:latin typeface="Times New Roman" pitchFamily="18" charset="0"/>
                <a:cs typeface="Times New Roman" pitchFamily="18" charset="0"/>
              </a:rPr>
              <a:t>	</a:t>
            </a:r>
            <a:r>
              <a:rPr lang="en-US" b="1" dirty="0" err="1">
                <a:solidFill>
                  <a:srgbClr val="000066"/>
                </a:solidFill>
                <a:latin typeface="Times New Roman" pitchFamily="18" charset="0"/>
                <a:cs typeface="Times New Roman" pitchFamily="18" charset="0"/>
              </a:rPr>
              <a:t>Gunjana</a:t>
            </a:r>
            <a:r>
              <a:rPr lang="en-US" b="1" dirty="0">
                <a:solidFill>
                  <a:srgbClr val="000066"/>
                </a:solidFill>
                <a:latin typeface="Times New Roman" pitchFamily="18" charset="0"/>
                <a:cs typeface="Times New Roman" pitchFamily="18" charset="0"/>
              </a:rPr>
              <a:t> K E      : 1RN21IS054</a:t>
            </a:r>
          </a:p>
          <a:p>
            <a:pPr fontAlgn="base">
              <a:lnSpc>
                <a:spcPct val="100000"/>
              </a:lnSpc>
              <a:spcBef>
                <a:spcPct val="0"/>
              </a:spcBef>
              <a:spcAft>
                <a:spcPct val="0"/>
              </a:spcAft>
            </a:pPr>
            <a:r>
              <a:rPr lang="en-US" b="1" dirty="0">
                <a:solidFill>
                  <a:srgbClr val="000066"/>
                </a:solidFill>
                <a:latin typeface="Times New Roman" pitchFamily="18" charset="0"/>
                <a:cs typeface="Times New Roman" pitchFamily="18" charset="0"/>
              </a:rPr>
              <a:t>	</a:t>
            </a:r>
            <a:r>
              <a:rPr lang="en-US" b="1" dirty="0" err="1">
                <a:solidFill>
                  <a:srgbClr val="000066"/>
                </a:solidFill>
                <a:latin typeface="Times New Roman" pitchFamily="18" charset="0"/>
                <a:cs typeface="Times New Roman" pitchFamily="18" charset="0"/>
              </a:rPr>
              <a:t>Jaswanth</a:t>
            </a:r>
            <a:r>
              <a:rPr lang="en-US" b="1" dirty="0">
                <a:solidFill>
                  <a:srgbClr val="000066"/>
                </a:solidFill>
                <a:latin typeface="Times New Roman" pitchFamily="18" charset="0"/>
                <a:cs typeface="Times New Roman" pitchFamily="18" charset="0"/>
              </a:rPr>
              <a:t> Alluri  : 1RN21IS061</a:t>
            </a:r>
          </a:p>
          <a:p>
            <a:pPr lvl="0" fontAlgn="base">
              <a:spcBef>
                <a:spcPct val="0"/>
              </a:spcBef>
              <a:spcAft>
                <a:spcPct val="0"/>
              </a:spcAft>
            </a:pPr>
            <a:endParaRPr lang="en-US" b="1" dirty="0">
              <a:solidFill>
                <a:srgbClr val="000066"/>
              </a:solidFill>
              <a:latin typeface="Times New Roman" pitchFamily="18" charset="0"/>
              <a:cs typeface="Times New Roman" pitchFamily="18" charset="0"/>
            </a:endParaRPr>
          </a:p>
          <a:p>
            <a:pPr fontAlgn="base">
              <a:spcBef>
                <a:spcPct val="0"/>
              </a:spcBef>
              <a:spcAft>
                <a:spcPct val="0"/>
              </a:spcAft>
            </a:pPr>
            <a:endParaRPr lang="en-US" b="1" dirty="0">
              <a:solidFill>
                <a:srgbClr val="000066"/>
              </a:solidFill>
              <a:latin typeface="Times New Roman" pitchFamily="18" charset="0"/>
              <a:cs typeface="Times New Roman" pitchFamily="18" charset="0"/>
            </a:endParaRPr>
          </a:p>
          <a:p>
            <a:pPr fontAlgn="base">
              <a:spcBef>
                <a:spcPct val="0"/>
              </a:spcBef>
              <a:spcAft>
                <a:spcPct val="0"/>
              </a:spcAft>
            </a:pPr>
            <a:endParaRPr lang="en-US" b="1" dirty="0">
              <a:solidFill>
                <a:srgbClr val="000066"/>
              </a:solidFill>
              <a:latin typeface="Times New Roman" pitchFamily="18" charset="0"/>
              <a:cs typeface="Times New Roman" pitchFamily="18" charset="0"/>
            </a:endParaRPr>
          </a:p>
          <a:p>
            <a:pPr lvl="0" fontAlgn="base">
              <a:spcBef>
                <a:spcPct val="0"/>
              </a:spcBef>
              <a:spcAft>
                <a:spcPct val="0"/>
              </a:spcAft>
            </a:pPr>
            <a:endParaRPr lang="en-US" sz="2400" b="1" dirty="0">
              <a:solidFill>
                <a:srgbClr val="000066"/>
              </a:solidFill>
              <a:latin typeface="Times New Roman" pitchFamily="18" charset="0"/>
              <a:cs typeface="Times New Roman" pitchFamily="18" charset="0"/>
            </a:endParaRPr>
          </a:p>
          <a:p>
            <a:pPr lvl="0" fontAlgn="base">
              <a:spcBef>
                <a:spcPct val="0"/>
              </a:spcBef>
              <a:spcAft>
                <a:spcPct val="0"/>
              </a:spcAft>
            </a:pPr>
            <a:endParaRPr lang="en-US" sz="2400" b="1" dirty="0">
              <a:solidFill>
                <a:srgbClr val="000066"/>
              </a:solidFill>
              <a:latin typeface="Times New Roman" pitchFamily="18" charset="0"/>
              <a:cs typeface="Times New Roman" pitchFamily="18" charset="0"/>
            </a:endParaRPr>
          </a:p>
          <a:p>
            <a:pPr lvl="0" fontAlgn="base">
              <a:spcBef>
                <a:spcPct val="0"/>
              </a:spcBef>
              <a:spcAft>
                <a:spcPct val="0"/>
              </a:spcAft>
            </a:pPr>
            <a:endParaRPr lang="en-IN" sz="2400" b="1" dirty="0">
              <a:solidFill>
                <a:srgbClr val="000066"/>
              </a:solidFill>
            </a:endParaRPr>
          </a:p>
        </p:txBody>
      </p:sp>
      <p:sp>
        <p:nvSpPr>
          <p:cNvPr id="7" name="Rectangle 6"/>
          <p:cNvSpPr/>
          <p:nvPr/>
        </p:nvSpPr>
        <p:spPr>
          <a:xfrm>
            <a:off x="0" y="-24735"/>
            <a:ext cx="12192000" cy="1015663"/>
          </a:xfrm>
          <a:prstGeom prst="rect">
            <a:avLst/>
          </a:prstGeom>
        </p:spPr>
        <p:txBody>
          <a:bodyPr wrap="square">
            <a:spAutoFit/>
          </a:bodyPr>
          <a:lstStyle/>
          <a:p>
            <a:pPr algn="ctr">
              <a:defRPr/>
            </a:pPr>
            <a:r>
              <a:rPr lang="en-US" sz="3600" b="1" dirty="0">
                <a:solidFill>
                  <a:srgbClr val="000066"/>
                </a:solidFill>
                <a:latin typeface="Times New Roman" pitchFamily="18" charset="0"/>
                <a:cs typeface="Times New Roman" pitchFamily="18" charset="0"/>
              </a:rPr>
              <a:t>RNS INSTITUTE OF TECHNOLOGY</a:t>
            </a:r>
          </a:p>
          <a:p>
            <a:pPr algn="ctr">
              <a:defRPr/>
            </a:pPr>
            <a:r>
              <a:rPr lang="en-US" sz="2400" b="1" cap="all" dirty="0">
                <a:solidFill>
                  <a:srgbClr val="000066"/>
                </a:solidFill>
                <a:latin typeface="Times New Roman" pitchFamily="18" charset="0"/>
                <a:cs typeface="Times New Roman" pitchFamily="18" charset="0"/>
              </a:rPr>
              <a:t>BENGALURU - 98</a:t>
            </a:r>
            <a:endParaRPr lang="en-US" sz="2400" b="1" dirty="0">
              <a:solidFill>
                <a:srgbClr val="000066"/>
              </a:solidFill>
              <a:latin typeface="Times New Roman" pitchFamily="18" charset="0"/>
              <a:cs typeface="Times New Roman" pitchFamily="18" charset="0"/>
            </a:endParaRPr>
          </a:p>
        </p:txBody>
      </p:sp>
      <p:sp>
        <p:nvSpPr>
          <p:cNvPr id="8" name="Rectangle 7"/>
          <p:cNvSpPr/>
          <p:nvPr/>
        </p:nvSpPr>
        <p:spPr>
          <a:xfrm>
            <a:off x="0" y="983917"/>
            <a:ext cx="11928648" cy="1077218"/>
          </a:xfrm>
          <a:prstGeom prst="rect">
            <a:avLst/>
          </a:prstGeom>
        </p:spPr>
        <p:txBody>
          <a:bodyPr wrap="square">
            <a:spAutoFit/>
          </a:bodyPr>
          <a:lstStyle/>
          <a:p>
            <a:pPr algn="ctr"/>
            <a:r>
              <a:rPr lang="en-US" sz="3200" b="1" dirty="0">
                <a:solidFill>
                  <a:srgbClr val="C00000"/>
                </a:solidFill>
                <a:latin typeface="Times New Roman" pitchFamily="18" charset="0"/>
                <a:cs typeface="Times New Roman" pitchFamily="18" charset="0"/>
              </a:rPr>
              <a:t>DEPARTMENT OF INFORMATION SCIENCE &amp; ENGINEERING</a:t>
            </a:r>
          </a:p>
        </p:txBody>
      </p:sp>
      <p:sp>
        <p:nvSpPr>
          <p:cNvPr id="9" name="Rectangle 8"/>
          <p:cNvSpPr/>
          <p:nvPr/>
        </p:nvSpPr>
        <p:spPr>
          <a:xfrm>
            <a:off x="2495600" y="1918894"/>
            <a:ext cx="6768752" cy="461665"/>
          </a:xfrm>
          <a:prstGeom prst="rect">
            <a:avLst/>
          </a:prstGeom>
        </p:spPr>
        <p:txBody>
          <a:bodyPr wrap="square">
            <a:spAutoFit/>
          </a:bodyPr>
          <a:lstStyle/>
          <a:p>
            <a:pPr algn="ctr"/>
            <a:r>
              <a:rPr lang="en-US" sz="2400" b="1" dirty="0">
                <a:solidFill>
                  <a:srgbClr val="002060"/>
                </a:solidFill>
                <a:latin typeface="Times New Roman" pitchFamily="18" charset="0"/>
                <a:cs typeface="Times New Roman" pitchFamily="18" charset="0"/>
              </a:rPr>
              <a:t>Final Year Project Work Presentation</a:t>
            </a:r>
          </a:p>
        </p:txBody>
      </p:sp>
      <p:sp>
        <p:nvSpPr>
          <p:cNvPr id="10" name="Rectangle 9"/>
          <p:cNvSpPr/>
          <p:nvPr/>
        </p:nvSpPr>
        <p:spPr>
          <a:xfrm>
            <a:off x="4583832" y="5258530"/>
            <a:ext cx="3431704" cy="1231106"/>
          </a:xfrm>
          <a:prstGeom prst="rect">
            <a:avLst/>
          </a:prstGeom>
        </p:spPr>
        <p:txBody>
          <a:bodyPr wrap="square">
            <a:spAutoFit/>
          </a:bodyPr>
          <a:lstStyle/>
          <a:p>
            <a:pPr lvl="0" algn="ctr" fontAlgn="base">
              <a:spcBef>
                <a:spcPct val="0"/>
              </a:spcBef>
              <a:spcAft>
                <a:spcPct val="0"/>
              </a:spcAft>
            </a:pPr>
            <a:r>
              <a:rPr lang="en-US" b="1" dirty="0">
                <a:solidFill>
                  <a:schemeClr val="tx1">
                    <a:lumMod val="85000"/>
                    <a:lumOff val="15000"/>
                  </a:schemeClr>
                </a:solidFill>
                <a:latin typeface="Times New Roman" pitchFamily="18" charset="0"/>
                <a:cs typeface="Times New Roman" pitchFamily="18" charset="0"/>
              </a:rPr>
              <a:t> Internal Guide</a:t>
            </a:r>
          </a:p>
          <a:p>
            <a:pPr lvl="0" algn="ctr" fontAlgn="base">
              <a:spcBef>
                <a:spcPct val="0"/>
              </a:spcBef>
              <a:spcAft>
                <a:spcPct val="0"/>
              </a:spcAft>
            </a:pPr>
            <a:r>
              <a:rPr lang="en-US" sz="2000" b="1" dirty="0">
                <a:solidFill>
                  <a:srgbClr val="000066"/>
                </a:solidFill>
                <a:latin typeface="Times New Roman" pitchFamily="18" charset="0"/>
                <a:cs typeface="Times New Roman" pitchFamily="18" charset="0"/>
              </a:rPr>
              <a:t>Dr. Suresh L</a:t>
            </a:r>
            <a:endParaRPr lang="pt-BR" sz="2000" b="1" dirty="0">
              <a:solidFill>
                <a:srgbClr val="000066"/>
              </a:solidFill>
              <a:latin typeface="Times New Roman" pitchFamily="18" charset="0"/>
              <a:cs typeface="Times New Roman" pitchFamily="18" charset="0"/>
            </a:endParaRPr>
          </a:p>
          <a:p>
            <a:pPr lvl="0" algn="ctr" eaLnBrk="0" fontAlgn="base" hangingPunct="0">
              <a:spcBef>
                <a:spcPct val="0"/>
              </a:spcBef>
              <a:spcAft>
                <a:spcPct val="0"/>
              </a:spcAft>
            </a:pPr>
            <a:r>
              <a:rPr lang="en-US" dirty="0">
                <a:solidFill>
                  <a:schemeClr val="tx1">
                    <a:lumMod val="85000"/>
                    <a:lumOff val="15000"/>
                  </a:schemeClr>
                </a:solidFill>
                <a:latin typeface="Times New Roman" pitchFamily="18" charset="0"/>
                <a:ea typeface="Times New Roman" pitchFamily="18" charset="0"/>
                <a:cs typeface="Times New Roman" pitchFamily="18" charset="0"/>
              </a:rPr>
              <a:t>Prof and </a:t>
            </a:r>
            <a:r>
              <a:rPr lang="en-US" dirty="0" err="1">
                <a:solidFill>
                  <a:schemeClr val="tx1">
                    <a:lumMod val="85000"/>
                    <a:lumOff val="15000"/>
                  </a:schemeClr>
                </a:solidFill>
                <a:latin typeface="Times New Roman" pitchFamily="18" charset="0"/>
                <a:ea typeface="Times New Roman" pitchFamily="18" charset="0"/>
                <a:cs typeface="Times New Roman" pitchFamily="18" charset="0"/>
              </a:rPr>
              <a:t>HoD</a:t>
            </a:r>
            <a:endParaRPr lang="en-US" dirty="0">
              <a:solidFill>
                <a:schemeClr val="tx1">
                  <a:lumMod val="85000"/>
                  <a:lumOff val="15000"/>
                </a:schemeClr>
              </a:solidFill>
              <a:latin typeface="Times New Roman" pitchFamily="18" charset="0"/>
              <a:ea typeface="Times New Roman" pitchFamily="18" charset="0"/>
              <a:cs typeface="Times New Roman" pitchFamily="18" charset="0"/>
            </a:endParaRPr>
          </a:p>
          <a:p>
            <a:pPr lvl="0" algn="ctr" eaLnBrk="0" fontAlgn="base" hangingPunct="0">
              <a:spcBef>
                <a:spcPct val="0"/>
              </a:spcBef>
              <a:spcAft>
                <a:spcPct val="0"/>
              </a:spcAft>
            </a:pPr>
            <a:r>
              <a:rPr lang="en-US" dirty="0">
                <a:solidFill>
                  <a:schemeClr val="tx1">
                    <a:lumMod val="85000"/>
                    <a:lumOff val="15000"/>
                  </a:schemeClr>
                </a:solidFill>
                <a:latin typeface="Times New Roman" pitchFamily="18" charset="0"/>
                <a:ea typeface="Times New Roman" pitchFamily="18" charset="0"/>
                <a:cs typeface="Times New Roman" pitchFamily="18" charset="0"/>
              </a:rPr>
              <a:t>Dept of  ISE, RNSIT</a:t>
            </a:r>
            <a:endParaRPr lang="en-US" dirty="0">
              <a:solidFill>
                <a:schemeClr val="tx1">
                  <a:lumMod val="85000"/>
                  <a:lumOff val="15000"/>
                </a:schemeClr>
              </a:solidFill>
              <a:latin typeface="Times New Roman" pitchFamily="18" charset="0"/>
              <a:cs typeface="Times New Roman" pitchFamily="18" charset="0"/>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952596" y="53752"/>
            <a:ext cx="7467600" cy="1143000"/>
          </a:xfrm>
        </p:spPr>
        <p:txBody>
          <a:bodyPr>
            <a:normAutofit/>
          </a:bodyPr>
          <a:lstStyle/>
          <a:p>
            <a:pPr algn="ctr"/>
            <a:r>
              <a:rPr lang="en-IN" sz="3200" b="1" dirty="0">
                <a:solidFill>
                  <a:schemeClr val="accent1">
                    <a:lumMod val="75000"/>
                  </a:schemeClr>
                </a:solidFill>
                <a:latin typeface="Times New Roman" pitchFamily="18" charset="0"/>
                <a:cs typeface="Times New Roman" pitchFamily="18" charset="0"/>
              </a:rPr>
              <a:t>AGENDA</a:t>
            </a:r>
          </a:p>
        </p:txBody>
      </p:sp>
      <p:sp>
        <p:nvSpPr>
          <p:cNvPr id="3" name="Content Placeholder 2"/>
          <p:cNvSpPr>
            <a:spLocks noGrp="1"/>
          </p:cNvSpPr>
          <p:nvPr>
            <p:ph idx="1"/>
          </p:nvPr>
        </p:nvSpPr>
        <p:spPr>
          <a:xfrm>
            <a:off x="1199456" y="625252"/>
            <a:ext cx="9505056" cy="5540052"/>
          </a:xfrm>
        </p:spPr>
        <p:txBody>
          <a:bodyPr>
            <a:normAutofit fontScale="85000" lnSpcReduction="20000"/>
          </a:bodyPr>
          <a:lstStyle/>
          <a:p>
            <a:pPr marL="355600" indent="-355600">
              <a:buFont typeface="Wingdings" pitchFamily="2" charset="2"/>
              <a:buChar char="q"/>
            </a:pPr>
            <a:r>
              <a:rPr lang="en-IN" sz="3400" dirty="0">
                <a:latin typeface="Times New Roman" pitchFamily="18" charset="0"/>
                <a:cs typeface="Times New Roman" pitchFamily="18" charset="0"/>
              </a:rPr>
              <a:t>Abstract</a:t>
            </a:r>
          </a:p>
          <a:p>
            <a:pPr marL="355600" indent="-355600">
              <a:buFont typeface="Wingdings" pitchFamily="2" charset="2"/>
              <a:buChar char="q"/>
            </a:pPr>
            <a:r>
              <a:rPr lang="en-IN" sz="3400" dirty="0">
                <a:latin typeface="Times New Roman" pitchFamily="18" charset="0"/>
                <a:cs typeface="Times New Roman" pitchFamily="18" charset="0"/>
              </a:rPr>
              <a:t>Introduction</a:t>
            </a:r>
          </a:p>
          <a:p>
            <a:pPr marL="355600" indent="-355600">
              <a:buFont typeface="Wingdings" pitchFamily="2" charset="2"/>
              <a:buChar char="q"/>
            </a:pPr>
            <a:r>
              <a:rPr lang="en-IN" sz="3400" dirty="0">
                <a:latin typeface="Times New Roman" pitchFamily="18" charset="0"/>
                <a:cs typeface="Times New Roman" pitchFamily="18" charset="0"/>
              </a:rPr>
              <a:t>Literature Review</a:t>
            </a:r>
          </a:p>
          <a:p>
            <a:pPr marL="355600" indent="-355600">
              <a:buFont typeface="Wingdings" pitchFamily="2" charset="2"/>
              <a:buChar char="q"/>
            </a:pPr>
            <a:r>
              <a:rPr lang="en-IN" sz="3400" dirty="0">
                <a:latin typeface="Times New Roman" pitchFamily="18" charset="0"/>
                <a:cs typeface="Times New Roman" pitchFamily="18" charset="0"/>
              </a:rPr>
              <a:t>Analysis</a:t>
            </a:r>
          </a:p>
          <a:p>
            <a:pPr marL="355600" indent="-355600">
              <a:buFont typeface="Wingdings" pitchFamily="2" charset="2"/>
              <a:buChar char="q"/>
            </a:pPr>
            <a:r>
              <a:rPr lang="en-IN" sz="3400" dirty="0">
                <a:latin typeface="Times New Roman" pitchFamily="18" charset="0"/>
                <a:cs typeface="Times New Roman" pitchFamily="18" charset="0"/>
              </a:rPr>
              <a:t>System Design</a:t>
            </a:r>
          </a:p>
          <a:p>
            <a:pPr marL="355600" indent="-355600">
              <a:buFont typeface="Wingdings" pitchFamily="2" charset="2"/>
              <a:buChar char="q"/>
            </a:pPr>
            <a:r>
              <a:rPr lang="en-IN" sz="3400" dirty="0">
                <a:latin typeface="Times New Roman" pitchFamily="18" charset="0"/>
                <a:cs typeface="Times New Roman" pitchFamily="18" charset="0"/>
              </a:rPr>
              <a:t>Implementation</a:t>
            </a:r>
          </a:p>
          <a:p>
            <a:pPr marL="355600" indent="-355600">
              <a:buFont typeface="Wingdings" pitchFamily="2" charset="2"/>
              <a:buChar char="q"/>
            </a:pPr>
            <a:r>
              <a:rPr lang="en-IN" sz="3400" dirty="0">
                <a:latin typeface="Times New Roman" pitchFamily="18" charset="0"/>
                <a:cs typeface="Times New Roman" pitchFamily="18" charset="0"/>
              </a:rPr>
              <a:t>Testing</a:t>
            </a:r>
          </a:p>
          <a:p>
            <a:pPr marL="355600" indent="-355600">
              <a:buFont typeface="Wingdings" pitchFamily="2" charset="2"/>
              <a:buChar char="q"/>
            </a:pPr>
            <a:r>
              <a:rPr lang="en-IN" sz="3400" dirty="0">
                <a:latin typeface="Times New Roman" pitchFamily="18" charset="0"/>
                <a:cs typeface="Times New Roman" pitchFamily="18" charset="0"/>
              </a:rPr>
              <a:t>Discussion of Results</a:t>
            </a:r>
          </a:p>
          <a:p>
            <a:pPr marL="355600" indent="-355600">
              <a:buFont typeface="Wingdings" pitchFamily="2" charset="2"/>
              <a:buChar char="q"/>
            </a:pPr>
            <a:r>
              <a:rPr lang="en-IN" sz="3400" dirty="0">
                <a:latin typeface="Times New Roman" pitchFamily="18" charset="0"/>
                <a:cs typeface="Times New Roman" pitchFamily="18" charset="0"/>
              </a:rPr>
              <a:t>National Conference Paper</a:t>
            </a:r>
          </a:p>
          <a:p>
            <a:pPr marL="355600" indent="-355600">
              <a:buFont typeface="Wingdings" pitchFamily="2" charset="2"/>
              <a:buChar char="q"/>
            </a:pPr>
            <a:r>
              <a:rPr lang="en-IN" sz="3400" dirty="0">
                <a:latin typeface="Times New Roman" pitchFamily="18" charset="0"/>
                <a:cs typeface="Times New Roman" pitchFamily="18" charset="0"/>
              </a:rPr>
              <a:t>Conclusion and Future Enhancements</a:t>
            </a:r>
          </a:p>
          <a:p>
            <a:pPr marL="355600" indent="-355600">
              <a:buFont typeface="Wingdings" pitchFamily="2" charset="2"/>
              <a:buChar char="q"/>
            </a:pPr>
            <a:r>
              <a:rPr lang="en-IN" sz="3400" dirty="0">
                <a:latin typeface="Times New Roman" pitchFamily="18" charset="0"/>
                <a:cs typeface="Times New Roman" pitchFamily="18" charset="0"/>
              </a:rPr>
              <a:t>References</a:t>
            </a:r>
          </a:p>
          <a:p>
            <a:pPr marL="355600" indent="-355600">
              <a:buFont typeface="Wingdings" pitchFamily="2" charset="2"/>
              <a:buChar char="q"/>
            </a:pPr>
            <a:r>
              <a:rPr lang="en-IN" sz="3400" dirty="0">
                <a:latin typeface="Times New Roman" pitchFamily="18" charset="0"/>
                <a:cs typeface="Times New Roman" pitchFamily="18" charset="0"/>
              </a:rPr>
              <a:t>Q &amp; A</a:t>
            </a:r>
          </a:p>
          <a:p>
            <a:pPr marL="0" indent="0">
              <a:buNone/>
            </a:pPr>
            <a:endParaRPr lang="en-IN" dirty="0">
              <a:solidFill>
                <a:schemeClr val="tx1">
                  <a:lumMod val="75000"/>
                  <a:lumOff val="25000"/>
                </a:schemeClr>
              </a:solidFill>
            </a:endParaRPr>
          </a:p>
        </p:txBody>
      </p:sp>
      <p:sp>
        <p:nvSpPr>
          <p:cNvPr id="5" name="Date Placeholder 4">
            <a:extLst>
              <a:ext uri="{FF2B5EF4-FFF2-40B4-BE49-F238E27FC236}">
                <a16:creationId xmlns:a16="http://schemas.microsoft.com/office/drawing/2014/main" id="{F3107C6F-CCDB-468C-A092-047170622C85}"/>
              </a:ext>
            </a:extLst>
          </p:cNvPr>
          <p:cNvSpPr>
            <a:spLocks noGrp="1"/>
          </p:cNvSpPr>
          <p:nvPr>
            <p:ph type="dt" sz="half" idx="10"/>
          </p:nvPr>
        </p:nvSpPr>
        <p:spPr/>
        <p:txBody>
          <a:bodyPr/>
          <a:lstStyle/>
          <a:p>
            <a:r>
              <a:rPr lang="en-US" dirty="0"/>
              <a:t>VII Semester, Department of ISE, RNSIT</a:t>
            </a:r>
          </a:p>
        </p:txBody>
      </p:sp>
      <p:sp>
        <p:nvSpPr>
          <p:cNvPr id="4" name="Footer Placeholder 3">
            <a:extLst>
              <a:ext uri="{FF2B5EF4-FFF2-40B4-BE49-F238E27FC236}">
                <a16:creationId xmlns:a16="http://schemas.microsoft.com/office/drawing/2014/main" id="{DF95553B-50BC-4DC2-A8CE-4336C1382E65}"/>
              </a:ext>
            </a:extLst>
          </p:cNvPr>
          <p:cNvSpPr>
            <a:spLocks noGrp="1"/>
          </p:cNvSpPr>
          <p:nvPr>
            <p:ph type="ftr" sz="quarter" idx="11"/>
          </p:nvPr>
        </p:nvSpPr>
        <p:spPr/>
        <p:txBody>
          <a:bodyPr/>
          <a:lstStyle/>
          <a:p>
            <a:r>
              <a:rPr lang="en-US" dirty="0"/>
              <a:t>2024 - 2025</a:t>
            </a:r>
          </a:p>
        </p:txBody>
      </p:sp>
      <p:sp>
        <p:nvSpPr>
          <p:cNvPr id="7" name="Slide Number Placeholder 6">
            <a:extLst>
              <a:ext uri="{FF2B5EF4-FFF2-40B4-BE49-F238E27FC236}">
                <a16:creationId xmlns:a16="http://schemas.microsoft.com/office/drawing/2014/main" id="{EE09E886-641A-4621-AEA2-BB64918E960D}"/>
              </a:ext>
            </a:extLst>
          </p:cNvPr>
          <p:cNvSpPr>
            <a:spLocks noGrp="1"/>
          </p:cNvSpPr>
          <p:nvPr>
            <p:ph type="sldNum" sz="quarter" idx="12"/>
          </p:nvPr>
        </p:nvSpPr>
        <p:spPr/>
        <p:txBody>
          <a:bodyPr/>
          <a:lstStyle/>
          <a:p>
            <a:fld id="{5B4F5413-E548-45A8-B9DD-11B71454D5CA}" type="slidenum">
              <a:rPr lang="en-US" smtClean="0"/>
              <a:pPr/>
              <a:t>2</a:t>
            </a:fld>
            <a:endParaRPr lang="en-US"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423592" y="332656"/>
            <a:ext cx="7467600" cy="1296144"/>
          </a:xfrm>
        </p:spPr>
        <p:txBody>
          <a:bodyPr>
            <a:noAutofit/>
          </a:bodyPr>
          <a:lstStyle/>
          <a:p>
            <a:pPr algn="ctr"/>
            <a:r>
              <a:rPr lang="en-US" sz="3200" b="1" dirty="0">
                <a:solidFill>
                  <a:schemeClr val="accent1">
                    <a:lumMod val="75000"/>
                  </a:schemeClr>
                </a:solidFill>
                <a:latin typeface="Times New Roman" pitchFamily="18" charset="0"/>
                <a:cs typeface="Times New Roman" pitchFamily="18" charset="0"/>
              </a:rPr>
              <a:t>ABSTRACT</a:t>
            </a:r>
            <a:br>
              <a:rPr lang="en-US" sz="3200" b="1" u="sng" dirty="0">
                <a:solidFill>
                  <a:schemeClr val="accent1">
                    <a:lumMod val="75000"/>
                  </a:schemeClr>
                </a:solidFill>
                <a:latin typeface="Times New Roman" pitchFamily="18" charset="0"/>
                <a:cs typeface="Times New Roman" pitchFamily="18" charset="0"/>
              </a:rPr>
            </a:br>
            <a:endParaRPr lang="en-US" sz="3200" b="1" u="sng" dirty="0">
              <a:solidFill>
                <a:schemeClr val="accent1">
                  <a:lumMod val="75000"/>
                </a:schemeClr>
              </a:solidFill>
              <a:latin typeface="Times New Roman" pitchFamily="18" charset="0"/>
              <a:cs typeface="Times New Roman" pitchFamily="18" charset="0"/>
            </a:endParaRPr>
          </a:p>
        </p:txBody>
      </p:sp>
      <p:sp>
        <p:nvSpPr>
          <p:cNvPr id="3" name="Content Placeholder 2"/>
          <p:cNvSpPr>
            <a:spLocks noGrp="1"/>
          </p:cNvSpPr>
          <p:nvPr>
            <p:ph idx="1"/>
          </p:nvPr>
        </p:nvSpPr>
        <p:spPr>
          <a:xfrm>
            <a:off x="767408" y="1357298"/>
            <a:ext cx="10873208" cy="4591982"/>
          </a:xfrm>
        </p:spPr>
        <p:txBody>
          <a:bodyPr>
            <a:normAutofit fontScale="62500" lnSpcReduction="20000"/>
          </a:bodyPr>
          <a:lstStyle/>
          <a:p>
            <a:pPr marL="355600" indent="-355600" algn="just">
              <a:lnSpc>
                <a:spcPct val="170000"/>
              </a:lnSpc>
              <a:buFont typeface="Wingdings" pitchFamily="2" charset="2"/>
              <a:buChar char="Ø"/>
            </a:pPr>
            <a:r>
              <a:rPr lang="en-US" sz="2900" dirty="0">
                <a:latin typeface="Times New Roman" panose="02020603050405020304" pitchFamily="18" charset="0"/>
                <a:cs typeface="Times New Roman" panose="02020603050405020304" pitchFamily="18" charset="0"/>
              </a:rPr>
              <a:t>A fake registration plate detection system is a tool that is used to identify and document instances of fake or altered registration plates on vehicles. </a:t>
            </a:r>
          </a:p>
          <a:p>
            <a:pPr marL="355600" indent="-355600" algn="just">
              <a:lnSpc>
                <a:spcPct val="170000"/>
              </a:lnSpc>
              <a:buFont typeface="Wingdings" pitchFamily="2" charset="2"/>
              <a:buChar char="Ø"/>
            </a:pPr>
            <a:r>
              <a:rPr lang="en-US" sz="2900" dirty="0">
                <a:latin typeface="Times New Roman" panose="02020603050405020304" pitchFamily="18" charset="0"/>
                <a:cs typeface="Times New Roman" panose="02020603050405020304" pitchFamily="18" charset="0"/>
              </a:rPr>
              <a:t>These fake plates can be used to conceal the identity of a vehicle or evade detection by law enforcement and can pose a significant safety risk to other drivers on the road. Existing systems have various drawbacks, such as cost, accuracy, privacy concerns, limited effectiveness, and limited coverage. </a:t>
            </a:r>
          </a:p>
          <a:p>
            <a:pPr marL="355600" indent="-355600" algn="just">
              <a:lnSpc>
                <a:spcPct val="170000"/>
              </a:lnSpc>
              <a:buFont typeface="Wingdings" pitchFamily="2" charset="2"/>
              <a:buChar char="Ø"/>
            </a:pPr>
            <a:r>
              <a:rPr lang="en-US" sz="2900" dirty="0">
                <a:latin typeface="Times New Roman" panose="02020603050405020304" pitchFamily="18" charset="0"/>
                <a:cs typeface="Times New Roman" panose="02020603050405020304" pitchFamily="18" charset="0"/>
              </a:rPr>
              <a:t>To improve the effectiveness of fake registration plate detection, a proposed system could incorporate multiple methods of detection, also be designed to continuously monitor for fake registration plates in real-time, maintain a comprehensive and up-to-date database of valid registration plates, and be integrated with other systems such as traffic cameras or toll collection systems. </a:t>
            </a:r>
            <a:endParaRPr lang="en-US" sz="2900" b="1" dirty="0">
              <a:latin typeface="Times New Roman" panose="02020603050405020304" pitchFamily="18" charset="0"/>
              <a:cs typeface="Times New Roman" panose="02020603050405020304" pitchFamily="18" charset="0"/>
            </a:endParaRPr>
          </a:p>
          <a:p>
            <a:pPr marL="0" indent="0" algn="just">
              <a:buNone/>
            </a:pPr>
            <a:endParaRPr lang="en-US" sz="1800" b="1" dirty="0"/>
          </a:p>
          <a:p>
            <a:pPr algn="just"/>
            <a:endParaRPr lang="en-US" sz="1800" b="1" dirty="0"/>
          </a:p>
          <a:p>
            <a:pPr algn="just"/>
            <a:endParaRPr lang="en-US" sz="1800" dirty="0"/>
          </a:p>
          <a:p>
            <a:pPr algn="just"/>
            <a:endParaRPr lang="en-US" sz="1800" dirty="0"/>
          </a:p>
          <a:p>
            <a:pPr algn="just"/>
            <a:endParaRPr lang="en-US" sz="1800" dirty="0"/>
          </a:p>
        </p:txBody>
      </p:sp>
      <p:sp>
        <p:nvSpPr>
          <p:cNvPr id="5" name="Date Placeholder 4">
            <a:extLst>
              <a:ext uri="{FF2B5EF4-FFF2-40B4-BE49-F238E27FC236}">
                <a16:creationId xmlns:a16="http://schemas.microsoft.com/office/drawing/2014/main" id="{9218EC12-73AA-4416-AB80-CFE95158E424}"/>
              </a:ext>
            </a:extLst>
          </p:cNvPr>
          <p:cNvSpPr>
            <a:spLocks noGrp="1"/>
          </p:cNvSpPr>
          <p:nvPr>
            <p:ph type="dt" sz="half" idx="10"/>
          </p:nvPr>
        </p:nvSpPr>
        <p:spPr/>
        <p:txBody>
          <a:bodyPr/>
          <a:lstStyle/>
          <a:p>
            <a:r>
              <a:rPr lang="en-US" dirty="0"/>
              <a:t>VII Semester, Department of ISE, RNSIT</a:t>
            </a:r>
          </a:p>
        </p:txBody>
      </p:sp>
      <p:sp>
        <p:nvSpPr>
          <p:cNvPr id="4" name="Footer Placeholder 3">
            <a:extLst>
              <a:ext uri="{FF2B5EF4-FFF2-40B4-BE49-F238E27FC236}">
                <a16:creationId xmlns:a16="http://schemas.microsoft.com/office/drawing/2014/main" id="{5CD64878-040F-43D3-8C50-5126F2C2CDC1}"/>
              </a:ext>
            </a:extLst>
          </p:cNvPr>
          <p:cNvSpPr>
            <a:spLocks noGrp="1"/>
          </p:cNvSpPr>
          <p:nvPr>
            <p:ph type="ftr" sz="quarter" idx="11"/>
          </p:nvPr>
        </p:nvSpPr>
        <p:spPr/>
        <p:txBody>
          <a:bodyPr/>
          <a:lstStyle/>
          <a:p>
            <a:r>
              <a:rPr lang="en-US" dirty="0"/>
              <a:t>2024 - 2025</a:t>
            </a:r>
          </a:p>
        </p:txBody>
      </p:sp>
      <p:sp>
        <p:nvSpPr>
          <p:cNvPr id="7" name="Slide Number Placeholder 6">
            <a:extLst>
              <a:ext uri="{FF2B5EF4-FFF2-40B4-BE49-F238E27FC236}">
                <a16:creationId xmlns:a16="http://schemas.microsoft.com/office/drawing/2014/main" id="{B251B2EA-778B-412E-9857-F89F9B20D7C5}"/>
              </a:ext>
            </a:extLst>
          </p:cNvPr>
          <p:cNvSpPr>
            <a:spLocks noGrp="1"/>
          </p:cNvSpPr>
          <p:nvPr>
            <p:ph type="sldNum" sz="quarter" idx="12"/>
          </p:nvPr>
        </p:nvSpPr>
        <p:spPr/>
        <p:txBody>
          <a:bodyPr/>
          <a:lstStyle/>
          <a:p>
            <a:fld id="{5B4F5413-E548-45A8-B9DD-11B71454D5CA}" type="slidenum">
              <a:rPr lang="en-US" smtClean="0"/>
              <a:pPr/>
              <a:t>3</a:t>
            </a:fld>
            <a:endParaRPr lang="en-US"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981200" y="116632"/>
            <a:ext cx="7467600" cy="1080120"/>
          </a:xfrm>
        </p:spPr>
        <p:txBody>
          <a:bodyPr>
            <a:normAutofit/>
          </a:bodyPr>
          <a:lstStyle/>
          <a:p>
            <a:pPr algn="ctr"/>
            <a:r>
              <a:rPr lang="en-US" sz="3200" b="1" dirty="0">
                <a:solidFill>
                  <a:schemeClr val="accent1">
                    <a:lumMod val="75000"/>
                  </a:schemeClr>
                </a:solidFill>
                <a:latin typeface="Times New Roman" pitchFamily="18" charset="0"/>
                <a:cs typeface="Times New Roman" pitchFamily="18" charset="0"/>
              </a:rPr>
              <a:t>INTRODUCTION</a:t>
            </a:r>
            <a:br>
              <a:rPr lang="en-US" sz="3200" b="1" u="sng" dirty="0">
                <a:solidFill>
                  <a:schemeClr val="accent1">
                    <a:lumMod val="75000"/>
                  </a:schemeClr>
                </a:solidFill>
                <a:latin typeface="Times New Roman" pitchFamily="18" charset="0"/>
                <a:cs typeface="Times New Roman" pitchFamily="18" charset="0"/>
              </a:rPr>
            </a:br>
            <a:endParaRPr lang="en-US" sz="3200" b="1" u="sng" dirty="0">
              <a:solidFill>
                <a:schemeClr val="accent1">
                  <a:lumMod val="75000"/>
                </a:schemeClr>
              </a:solidFill>
              <a:latin typeface="Times New Roman" pitchFamily="18" charset="0"/>
              <a:cs typeface="Times New Roman" pitchFamily="18" charset="0"/>
            </a:endParaRPr>
          </a:p>
        </p:txBody>
      </p:sp>
      <p:sp>
        <p:nvSpPr>
          <p:cNvPr id="3" name="Content Placeholder 2"/>
          <p:cNvSpPr>
            <a:spLocks noGrp="1"/>
          </p:cNvSpPr>
          <p:nvPr>
            <p:ph idx="1"/>
          </p:nvPr>
        </p:nvSpPr>
        <p:spPr>
          <a:xfrm>
            <a:off x="623392" y="914400"/>
            <a:ext cx="10945216" cy="5322912"/>
          </a:xfrm>
        </p:spPr>
        <p:txBody>
          <a:bodyPr>
            <a:normAutofit/>
          </a:bodyPr>
          <a:lstStyle/>
          <a:p>
            <a:pPr marL="0" indent="0" algn="just">
              <a:lnSpc>
                <a:spcPct val="120000"/>
              </a:lnSpc>
              <a:buNone/>
            </a:pPr>
            <a:r>
              <a:rPr lang="en-US" b="1" dirty="0">
                <a:latin typeface="Times New Roman" pitchFamily="18" charset="0"/>
                <a:cs typeface="Times New Roman" pitchFamily="18" charset="0"/>
              </a:rPr>
              <a:t>Background </a:t>
            </a:r>
          </a:p>
          <a:p>
            <a:pPr marL="355600" indent="-355600" algn="just">
              <a:lnSpc>
                <a:spcPct val="160000"/>
              </a:lnSpc>
              <a:buFont typeface="Wingdings" pitchFamily="2" charset="2"/>
              <a:buChar char="Ø"/>
            </a:pPr>
            <a:r>
              <a:rPr lang="en-US" sz="1600" dirty="0">
                <a:latin typeface="Times New Roman" pitchFamily="18" charset="0"/>
                <a:cs typeface="Times New Roman" pitchFamily="18" charset="0"/>
              </a:rPr>
              <a:t>The increasing prevalence of fake or altered registration plates poses significant risks, as criminals often use them to evade law enforcement and engage in illegal activities, threatening public safety. </a:t>
            </a:r>
          </a:p>
          <a:p>
            <a:pPr marL="355600" indent="-355600" algn="just">
              <a:lnSpc>
                <a:spcPct val="160000"/>
              </a:lnSpc>
              <a:buFont typeface="Wingdings" pitchFamily="2" charset="2"/>
              <a:buChar char="Ø"/>
            </a:pPr>
            <a:r>
              <a:rPr lang="en-US" sz="1600" dirty="0">
                <a:latin typeface="Times New Roman" pitchFamily="18" charset="0"/>
                <a:cs typeface="Times New Roman" pitchFamily="18" charset="0"/>
              </a:rPr>
              <a:t>Current technologies like License Plate Recognition (LPR) and Automatic Number Plate Recognition (ANPR) leverage Optical Character Recognition (OCR) to capture vehicle registration data, but they face limitations such as high costs, accuracy issues, privacy concerns, and limited coverage. </a:t>
            </a:r>
          </a:p>
          <a:p>
            <a:pPr marL="355600" indent="-355600" algn="just">
              <a:lnSpc>
                <a:spcPct val="160000"/>
              </a:lnSpc>
              <a:buFont typeface="Wingdings" pitchFamily="2" charset="2"/>
              <a:buChar char="Ø"/>
            </a:pPr>
            <a:r>
              <a:rPr lang="en-US" sz="1600" dirty="0">
                <a:latin typeface="Times New Roman" pitchFamily="18" charset="0"/>
                <a:cs typeface="Times New Roman" pitchFamily="18" charset="0"/>
              </a:rPr>
              <a:t>Additionally, challenges include false positives and negatives, outdated databases of valid plates, and a lack of continuous monitoring. </a:t>
            </a:r>
          </a:p>
          <a:p>
            <a:pPr marL="355600" indent="-355600" algn="just">
              <a:lnSpc>
                <a:spcPct val="160000"/>
              </a:lnSpc>
              <a:buFont typeface="Wingdings" pitchFamily="2" charset="2"/>
              <a:buChar char="Ø"/>
            </a:pPr>
            <a:r>
              <a:rPr lang="en-US" sz="1600" dirty="0">
                <a:latin typeface="Times New Roman" pitchFamily="18" charset="0"/>
                <a:cs typeface="Times New Roman" pitchFamily="18" charset="0"/>
              </a:rPr>
              <a:t>To address these issues, there is a need for a comprehensive detection system that incorporates multiple methods, enables real-time monitoring, and integrates with existing infrastructure, such as traffic cameras and toll collection systems.</a:t>
            </a:r>
          </a:p>
          <a:p>
            <a:pPr marL="0" indent="0" algn="just">
              <a:lnSpc>
                <a:spcPct val="120000"/>
              </a:lnSpc>
              <a:buNone/>
            </a:pPr>
            <a:endParaRPr lang="en-US" sz="1400" dirty="0">
              <a:latin typeface="Times New Roman" pitchFamily="18" charset="0"/>
              <a:cs typeface="Times New Roman" pitchFamily="18" charset="0"/>
            </a:endParaRPr>
          </a:p>
          <a:p>
            <a:pPr marL="0" indent="0" algn="just">
              <a:lnSpc>
                <a:spcPct val="120000"/>
              </a:lnSpc>
              <a:buNone/>
            </a:pPr>
            <a:endParaRPr lang="en-US" b="1" dirty="0">
              <a:latin typeface="Times New Roman" pitchFamily="18" charset="0"/>
              <a:cs typeface="Times New Roman" pitchFamily="18" charset="0"/>
            </a:endParaRPr>
          </a:p>
          <a:p>
            <a:pPr marL="0" indent="0" algn="just">
              <a:lnSpc>
                <a:spcPct val="120000"/>
              </a:lnSpc>
              <a:buNone/>
            </a:pPr>
            <a:endParaRPr lang="en-US" b="1" dirty="0">
              <a:latin typeface="Times New Roman" pitchFamily="18" charset="0"/>
              <a:cs typeface="Times New Roman" pitchFamily="18" charset="0"/>
            </a:endParaRPr>
          </a:p>
          <a:p>
            <a:pPr marL="0" indent="0" algn="just">
              <a:lnSpc>
                <a:spcPct val="120000"/>
              </a:lnSpc>
              <a:buNone/>
            </a:pPr>
            <a:endParaRPr lang="en-US" b="1" dirty="0">
              <a:latin typeface="Times New Roman" pitchFamily="18" charset="0"/>
              <a:cs typeface="Times New Roman" pitchFamily="18" charset="0"/>
            </a:endParaRPr>
          </a:p>
          <a:p>
            <a:pPr marL="0" indent="0" algn="just">
              <a:lnSpc>
                <a:spcPct val="120000"/>
              </a:lnSpc>
              <a:buNone/>
            </a:pPr>
            <a:endParaRPr lang="en-US" b="1" dirty="0">
              <a:latin typeface="Times New Roman" pitchFamily="18" charset="0"/>
              <a:cs typeface="Times New Roman" pitchFamily="18" charset="0"/>
            </a:endParaRPr>
          </a:p>
        </p:txBody>
      </p:sp>
      <p:sp>
        <p:nvSpPr>
          <p:cNvPr id="5" name="Date Placeholder 4">
            <a:extLst>
              <a:ext uri="{FF2B5EF4-FFF2-40B4-BE49-F238E27FC236}">
                <a16:creationId xmlns:a16="http://schemas.microsoft.com/office/drawing/2014/main" id="{78ED1BB5-76F5-4CA3-B1FE-B05B9614B44F}"/>
              </a:ext>
            </a:extLst>
          </p:cNvPr>
          <p:cNvSpPr>
            <a:spLocks noGrp="1"/>
          </p:cNvSpPr>
          <p:nvPr>
            <p:ph type="dt" sz="half" idx="10"/>
          </p:nvPr>
        </p:nvSpPr>
        <p:spPr/>
        <p:txBody>
          <a:bodyPr/>
          <a:lstStyle/>
          <a:p>
            <a:r>
              <a:rPr lang="en-US" dirty="0"/>
              <a:t>VII Semester, Department of ISE, RNSIT</a:t>
            </a:r>
          </a:p>
        </p:txBody>
      </p:sp>
      <p:sp>
        <p:nvSpPr>
          <p:cNvPr id="4" name="Footer Placeholder 3">
            <a:extLst>
              <a:ext uri="{FF2B5EF4-FFF2-40B4-BE49-F238E27FC236}">
                <a16:creationId xmlns:a16="http://schemas.microsoft.com/office/drawing/2014/main" id="{B33CD455-262C-407F-89E6-1DBDF19B952E}"/>
              </a:ext>
            </a:extLst>
          </p:cNvPr>
          <p:cNvSpPr>
            <a:spLocks noGrp="1"/>
          </p:cNvSpPr>
          <p:nvPr>
            <p:ph type="ftr" sz="quarter" idx="11"/>
          </p:nvPr>
        </p:nvSpPr>
        <p:spPr/>
        <p:txBody>
          <a:bodyPr/>
          <a:lstStyle/>
          <a:p>
            <a:r>
              <a:rPr lang="en-US" dirty="0"/>
              <a:t>2024 - 2025</a:t>
            </a:r>
          </a:p>
        </p:txBody>
      </p:sp>
      <p:sp>
        <p:nvSpPr>
          <p:cNvPr id="7" name="Slide Number Placeholder 6">
            <a:extLst>
              <a:ext uri="{FF2B5EF4-FFF2-40B4-BE49-F238E27FC236}">
                <a16:creationId xmlns:a16="http://schemas.microsoft.com/office/drawing/2014/main" id="{A398D7C1-FF9A-4118-8448-A4F79609E2B4}"/>
              </a:ext>
            </a:extLst>
          </p:cNvPr>
          <p:cNvSpPr>
            <a:spLocks noGrp="1"/>
          </p:cNvSpPr>
          <p:nvPr>
            <p:ph type="sldNum" sz="quarter" idx="12"/>
          </p:nvPr>
        </p:nvSpPr>
        <p:spPr/>
        <p:txBody>
          <a:bodyPr/>
          <a:lstStyle/>
          <a:p>
            <a:fld id="{5B4F5413-E548-45A8-B9DD-11B71454D5CA}" type="slidenum">
              <a:rPr lang="en-US" smtClean="0"/>
              <a:pPr/>
              <a:t>4</a:t>
            </a:fld>
            <a:endParaRPr lang="en-US" dirty="0"/>
          </a:p>
        </p:txBody>
      </p:sp>
    </p:spTree>
    <p:extLst>
      <p:ext uri="{BB962C8B-B14F-4D97-AF65-F5344CB8AC3E}">
        <p14:creationId xmlns:p14="http://schemas.microsoft.com/office/powerpoint/2010/main" val="269066345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36A97BC-563C-C42A-D1B6-B47716BFE8EC}"/>
              </a:ext>
            </a:extLst>
          </p:cNvPr>
          <p:cNvSpPr>
            <a:spLocks noGrp="1"/>
          </p:cNvSpPr>
          <p:nvPr>
            <p:ph type="title"/>
          </p:nvPr>
        </p:nvSpPr>
        <p:spPr/>
        <p:txBody>
          <a:bodyPr>
            <a:normAutofit/>
          </a:bodyPr>
          <a:lstStyle/>
          <a:p>
            <a:r>
              <a:rPr lang="en-US" sz="4400" b="1" dirty="0">
                <a:solidFill>
                  <a:schemeClr val="accent1">
                    <a:lumMod val="75000"/>
                  </a:schemeClr>
                </a:solidFill>
                <a:latin typeface="Times New Roman" pitchFamily="18" charset="0"/>
                <a:cs typeface="Times New Roman" pitchFamily="18" charset="0"/>
              </a:rPr>
              <a:t>			INTRODUCTION</a:t>
            </a:r>
            <a:endParaRPr lang="en-IN" dirty="0"/>
          </a:p>
        </p:txBody>
      </p:sp>
      <p:sp>
        <p:nvSpPr>
          <p:cNvPr id="3" name="Content Placeholder 2">
            <a:extLst>
              <a:ext uri="{FF2B5EF4-FFF2-40B4-BE49-F238E27FC236}">
                <a16:creationId xmlns:a16="http://schemas.microsoft.com/office/drawing/2014/main" id="{E3C04107-5098-6C88-962C-47BC31D8B968}"/>
              </a:ext>
            </a:extLst>
          </p:cNvPr>
          <p:cNvSpPr>
            <a:spLocks noGrp="1"/>
          </p:cNvSpPr>
          <p:nvPr>
            <p:ph idx="1"/>
          </p:nvPr>
        </p:nvSpPr>
        <p:spPr>
          <a:xfrm>
            <a:off x="838200" y="1190898"/>
            <a:ext cx="10515600" cy="4830390"/>
          </a:xfrm>
        </p:spPr>
        <p:txBody>
          <a:bodyPr>
            <a:normAutofit fontScale="62500" lnSpcReduction="20000"/>
          </a:bodyPr>
          <a:lstStyle/>
          <a:p>
            <a:pPr marL="0" indent="0">
              <a:buNone/>
            </a:pPr>
            <a:r>
              <a:rPr lang="en-US" sz="4500" b="1" dirty="0">
                <a:latin typeface="Times New Roman" pitchFamily="18" charset="0"/>
                <a:cs typeface="Times New Roman" pitchFamily="18" charset="0"/>
              </a:rPr>
              <a:t>Existing System</a:t>
            </a:r>
          </a:p>
          <a:p>
            <a:pPr marL="355600" indent="-355600" algn="just">
              <a:lnSpc>
                <a:spcPct val="140000"/>
              </a:lnSpc>
              <a:buFont typeface="Wingdings" pitchFamily="2" charset="2"/>
              <a:buChar char="Ø"/>
            </a:pPr>
            <a:r>
              <a:rPr lang="en-US" sz="2800" b="1" dirty="0">
                <a:latin typeface="Times New Roman" panose="02020603050405020304" pitchFamily="18" charset="0"/>
                <a:cs typeface="Times New Roman" panose="02020603050405020304" pitchFamily="18" charset="0"/>
              </a:rPr>
              <a:t>Visual Inspection:</a:t>
            </a:r>
            <a:r>
              <a:rPr lang="en-US" sz="2800" dirty="0">
                <a:latin typeface="Times New Roman" panose="02020603050405020304" pitchFamily="18" charset="0"/>
                <a:cs typeface="Times New Roman" panose="02020603050405020304" pitchFamily="18" charset="0"/>
              </a:rPr>
              <a:t> Law enforcement officers or trained personnel visually examine vehicles to identify fake registration plates, using either manual methods or technology like cameras and scanners.</a:t>
            </a:r>
          </a:p>
          <a:p>
            <a:pPr marL="355600" indent="-355600" algn="just">
              <a:lnSpc>
                <a:spcPct val="140000"/>
              </a:lnSpc>
              <a:buFont typeface="Wingdings" pitchFamily="2" charset="2"/>
              <a:buChar char="Ø"/>
            </a:pPr>
            <a:r>
              <a:rPr lang="en-US" sz="2800" b="1" dirty="0">
                <a:latin typeface="Times New Roman" panose="02020603050405020304" pitchFamily="18" charset="0"/>
                <a:cs typeface="Times New Roman" panose="02020603050405020304" pitchFamily="18" charset="0"/>
              </a:rPr>
              <a:t>License Plate Recognition (LPR) Systems: </a:t>
            </a:r>
            <a:r>
              <a:rPr lang="en-US" sz="2800" dirty="0">
                <a:latin typeface="Times New Roman" panose="02020603050405020304" pitchFamily="18" charset="0"/>
                <a:cs typeface="Times New Roman" panose="02020603050405020304" pitchFamily="18" charset="0"/>
              </a:rPr>
              <a:t>These systems deploy cameras and image recognition software to automatically scan and read the license plates of passing vehicles.</a:t>
            </a:r>
          </a:p>
          <a:p>
            <a:pPr marL="355600" indent="-355600" algn="just">
              <a:lnSpc>
                <a:spcPct val="140000"/>
              </a:lnSpc>
              <a:buFont typeface="Wingdings" pitchFamily="2" charset="2"/>
              <a:buChar char="Ø"/>
            </a:pPr>
            <a:r>
              <a:rPr lang="en-US" sz="2800" b="1" dirty="0">
                <a:latin typeface="Times New Roman" panose="02020603050405020304" pitchFamily="18" charset="0"/>
                <a:cs typeface="Times New Roman" panose="02020603050405020304" pitchFamily="18" charset="0"/>
              </a:rPr>
              <a:t>Radio-Frequency Identification (RFID) Systems: </a:t>
            </a:r>
            <a:r>
              <a:rPr lang="en-US" sz="2800" dirty="0">
                <a:latin typeface="Times New Roman" panose="02020603050405020304" pitchFamily="18" charset="0"/>
                <a:cs typeface="Times New Roman" panose="02020603050405020304" pitchFamily="18" charset="0"/>
              </a:rPr>
              <a:t>RFID tags or transponders attached to vehicle license plates transmit identification information to a reader, allowing for automated recognition.</a:t>
            </a:r>
          </a:p>
          <a:p>
            <a:pPr marL="355600" indent="-355600" algn="just">
              <a:lnSpc>
                <a:spcPct val="140000"/>
              </a:lnSpc>
              <a:buFont typeface="Wingdings" pitchFamily="2" charset="2"/>
              <a:buChar char="Ø"/>
            </a:pPr>
            <a:r>
              <a:rPr lang="en-US" sz="2800" b="1" dirty="0">
                <a:latin typeface="Times New Roman" panose="02020603050405020304" pitchFamily="18" charset="0"/>
                <a:cs typeface="Times New Roman" panose="02020603050405020304" pitchFamily="18" charset="0"/>
              </a:rPr>
              <a:t>Human-Machine Collaboration: </a:t>
            </a:r>
            <a:r>
              <a:rPr lang="en-US" sz="2800" dirty="0">
                <a:latin typeface="Times New Roman" panose="02020603050405020304" pitchFamily="18" charset="0"/>
                <a:cs typeface="Times New Roman" panose="02020603050405020304" pitchFamily="18" charset="0"/>
              </a:rPr>
              <a:t>This approach integrates human inspection with machine-based detection methods to enhance the identification process for fake registration plates.</a:t>
            </a:r>
          </a:p>
          <a:p>
            <a:pPr marL="355600" indent="-355600" algn="just">
              <a:lnSpc>
                <a:spcPct val="140000"/>
              </a:lnSpc>
              <a:buFont typeface="Wingdings" pitchFamily="2" charset="2"/>
              <a:buChar char="Ø"/>
            </a:pPr>
            <a:r>
              <a:rPr lang="en-US" sz="2800" b="1" dirty="0">
                <a:latin typeface="Times New Roman" panose="02020603050405020304" pitchFamily="18" charset="0"/>
                <a:cs typeface="Times New Roman" panose="02020603050405020304" pitchFamily="18" charset="0"/>
              </a:rPr>
              <a:t>Drawbacks: </a:t>
            </a:r>
            <a:r>
              <a:rPr lang="en-US" sz="2800" dirty="0">
                <a:latin typeface="Times New Roman" panose="02020603050405020304" pitchFamily="18" charset="0"/>
                <a:cs typeface="Times New Roman" panose="02020603050405020304" pitchFamily="18" charset="0"/>
              </a:rPr>
              <a:t>Current systems often face high implementation and maintenance costs, limited effectiveness, privacy concerns, and accuracy challenges.</a:t>
            </a:r>
          </a:p>
          <a:p>
            <a:pPr marL="0" indent="0">
              <a:buNone/>
            </a:pPr>
            <a:endParaRPr lang="en-IN" dirty="0"/>
          </a:p>
        </p:txBody>
      </p:sp>
      <p:sp>
        <p:nvSpPr>
          <p:cNvPr id="4" name="Date Placeholder 3">
            <a:extLst>
              <a:ext uri="{FF2B5EF4-FFF2-40B4-BE49-F238E27FC236}">
                <a16:creationId xmlns:a16="http://schemas.microsoft.com/office/drawing/2014/main" id="{B5685F68-DBFE-7DD5-76F9-32353065186F}"/>
              </a:ext>
            </a:extLst>
          </p:cNvPr>
          <p:cNvSpPr>
            <a:spLocks noGrp="1"/>
          </p:cNvSpPr>
          <p:nvPr>
            <p:ph type="dt" sz="half" idx="10"/>
          </p:nvPr>
        </p:nvSpPr>
        <p:spPr/>
        <p:txBody>
          <a:bodyPr/>
          <a:lstStyle/>
          <a:p>
            <a:r>
              <a:rPr lang="en-US"/>
              <a:t>VII Semester, Department of ISE, RNSIT</a:t>
            </a:r>
            <a:endParaRPr lang="en-US" dirty="0"/>
          </a:p>
        </p:txBody>
      </p:sp>
      <p:sp>
        <p:nvSpPr>
          <p:cNvPr id="5" name="Footer Placeholder 4">
            <a:extLst>
              <a:ext uri="{FF2B5EF4-FFF2-40B4-BE49-F238E27FC236}">
                <a16:creationId xmlns:a16="http://schemas.microsoft.com/office/drawing/2014/main" id="{45D407EB-308E-FA0F-CC7E-0D72F07E0198}"/>
              </a:ext>
            </a:extLst>
          </p:cNvPr>
          <p:cNvSpPr>
            <a:spLocks noGrp="1"/>
          </p:cNvSpPr>
          <p:nvPr>
            <p:ph type="ftr" sz="quarter" idx="11"/>
          </p:nvPr>
        </p:nvSpPr>
        <p:spPr/>
        <p:txBody>
          <a:bodyPr/>
          <a:lstStyle/>
          <a:p>
            <a:r>
              <a:rPr lang="en-US"/>
              <a:t>2024 - 2025</a:t>
            </a:r>
            <a:endParaRPr lang="en-US" dirty="0"/>
          </a:p>
        </p:txBody>
      </p:sp>
      <p:sp>
        <p:nvSpPr>
          <p:cNvPr id="6" name="Slide Number Placeholder 5">
            <a:extLst>
              <a:ext uri="{FF2B5EF4-FFF2-40B4-BE49-F238E27FC236}">
                <a16:creationId xmlns:a16="http://schemas.microsoft.com/office/drawing/2014/main" id="{0B412FB7-946C-BC3B-92CD-3EA5C3FA5B41}"/>
              </a:ext>
            </a:extLst>
          </p:cNvPr>
          <p:cNvSpPr>
            <a:spLocks noGrp="1"/>
          </p:cNvSpPr>
          <p:nvPr>
            <p:ph type="sldNum" sz="quarter" idx="12"/>
          </p:nvPr>
        </p:nvSpPr>
        <p:spPr/>
        <p:txBody>
          <a:bodyPr/>
          <a:lstStyle/>
          <a:p>
            <a:fld id="{5B4F5413-E548-45A8-B9DD-11B71454D5CA}" type="slidenum">
              <a:rPr lang="en-US" smtClean="0"/>
              <a:pPr/>
              <a:t>5</a:t>
            </a:fld>
            <a:endParaRPr lang="en-US" dirty="0"/>
          </a:p>
        </p:txBody>
      </p:sp>
    </p:spTree>
    <p:extLst>
      <p:ext uri="{BB962C8B-B14F-4D97-AF65-F5344CB8AC3E}">
        <p14:creationId xmlns:p14="http://schemas.microsoft.com/office/powerpoint/2010/main" val="82314081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3E6C367-2F06-59C8-5308-0ABFEC75F62D}"/>
              </a:ext>
            </a:extLst>
          </p:cNvPr>
          <p:cNvSpPr>
            <a:spLocks noGrp="1"/>
          </p:cNvSpPr>
          <p:nvPr>
            <p:ph type="title"/>
          </p:nvPr>
        </p:nvSpPr>
        <p:spPr>
          <a:xfrm>
            <a:off x="802771" y="-29522"/>
            <a:ext cx="10515600" cy="1325563"/>
          </a:xfrm>
        </p:spPr>
        <p:txBody>
          <a:bodyPr>
            <a:normAutofit/>
          </a:bodyPr>
          <a:lstStyle/>
          <a:p>
            <a:r>
              <a:rPr lang="en-US" sz="4400" b="1" dirty="0">
                <a:solidFill>
                  <a:schemeClr val="accent1">
                    <a:lumMod val="75000"/>
                  </a:schemeClr>
                </a:solidFill>
                <a:latin typeface="Times New Roman" pitchFamily="18" charset="0"/>
                <a:cs typeface="Times New Roman" pitchFamily="18" charset="0"/>
              </a:rPr>
              <a:t>			INTRODUCTION</a:t>
            </a:r>
            <a:endParaRPr lang="en-IN" dirty="0"/>
          </a:p>
        </p:txBody>
      </p:sp>
      <p:sp>
        <p:nvSpPr>
          <p:cNvPr id="3" name="Content Placeholder 2">
            <a:extLst>
              <a:ext uri="{FF2B5EF4-FFF2-40B4-BE49-F238E27FC236}">
                <a16:creationId xmlns:a16="http://schemas.microsoft.com/office/drawing/2014/main" id="{A19EA1B2-1E7C-F8C2-87AA-2ADACBE86434}"/>
              </a:ext>
            </a:extLst>
          </p:cNvPr>
          <p:cNvSpPr>
            <a:spLocks noGrp="1"/>
          </p:cNvSpPr>
          <p:nvPr>
            <p:ph idx="1"/>
          </p:nvPr>
        </p:nvSpPr>
        <p:spPr>
          <a:xfrm>
            <a:off x="838200" y="1124744"/>
            <a:ext cx="10515600" cy="5099996"/>
          </a:xfrm>
        </p:spPr>
        <p:txBody>
          <a:bodyPr>
            <a:normAutofit fontScale="70000" lnSpcReduction="20000"/>
          </a:bodyPr>
          <a:lstStyle/>
          <a:p>
            <a:pPr marL="0" indent="0">
              <a:buNone/>
            </a:pPr>
            <a:r>
              <a:rPr lang="en-US" sz="4000" b="1" dirty="0">
                <a:latin typeface="Times New Roman" pitchFamily="18" charset="0"/>
                <a:cs typeface="Times New Roman" pitchFamily="18" charset="0"/>
              </a:rPr>
              <a:t>Proposed System</a:t>
            </a:r>
          </a:p>
          <a:p>
            <a:pPr marL="355600" indent="-355600" algn="just">
              <a:lnSpc>
                <a:spcPct val="140000"/>
              </a:lnSpc>
              <a:buFont typeface="Wingdings" pitchFamily="2" charset="2"/>
              <a:buChar char="Ø"/>
            </a:pPr>
            <a:r>
              <a:rPr lang="en-US" sz="2800" dirty="0">
                <a:latin typeface="Times New Roman" panose="02020603050405020304" pitchFamily="18" charset="0"/>
                <a:cs typeface="Times New Roman" panose="02020603050405020304" pitchFamily="18" charset="0"/>
              </a:rPr>
              <a:t>The proposed multimodal detection system would integrate various methods for identifying fake registration plates, enhancing both accuracy and effectiveness by covering a broader range of fraudulent plates. </a:t>
            </a:r>
          </a:p>
          <a:p>
            <a:pPr marL="355600" indent="-355600" algn="just">
              <a:lnSpc>
                <a:spcPct val="140000"/>
              </a:lnSpc>
              <a:buFont typeface="Wingdings" pitchFamily="2" charset="2"/>
              <a:buChar char="Ø"/>
            </a:pPr>
            <a:r>
              <a:rPr lang="en-US" sz="2800" dirty="0">
                <a:latin typeface="Times New Roman" panose="02020603050405020304" pitchFamily="18" charset="0"/>
                <a:cs typeface="Times New Roman" panose="02020603050405020304" pitchFamily="18" charset="0"/>
              </a:rPr>
              <a:t>By enabling continuous real-time monitoring, the system would be more adept at detecting and preventing the use of fake registration plates. </a:t>
            </a:r>
          </a:p>
          <a:p>
            <a:pPr marL="355600" indent="-355600" algn="just">
              <a:lnSpc>
                <a:spcPct val="140000"/>
              </a:lnSpc>
              <a:buFont typeface="Wingdings" pitchFamily="2" charset="2"/>
              <a:buChar char="Ø"/>
            </a:pPr>
            <a:r>
              <a:rPr lang="en-US" sz="2800" dirty="0">
                <a:latin typeface="Times New Roman" panose="02020603050405020304" pitchFamily="18" charset="0"/>
                <a:cs typeface="Times New Roman" panose="02020603050405020304" pitchFamily="18" charset="0"/>
              </a:rPr>
              <a:t>Additionally, maintaining a comprehensive and up-to-date database of valid registration plates would further improve detection capabilities. </a:t>
            </a:r>
          </a:p>
          <a:p>
            <a:pPr marL="355600" indent="-355600" algn="just">
              <a:lnSpc>
                <a:spcPct val="140000"/>
              </a:lnSpc>
              <a:buFont typeface="Wingdings" pitchFamily="2" charset="2"/>
              <a:buChar char="Ø"/>
            </a:pPr>
            <a:r>
              <a:rPr lang="en-US" sz="2800" dirty="0">
                <a:latin typeface="Times New Roman" panose="02020603050405020304" pitchFamily="18" charset="0"/>
                <a:cs typeface="Times New Roman" panose="02020603050405020304" pitchFamily="18" charset="0"/>
              </a:rPr>
              <a:t>This detection system could be integrated with existing infrastructures, such as traffic cameras and toll collection systems, to expand its coverage and effectiveness. </a:t>
            </a:r>
          </a:p>
          <a:p>
            <a:pPr marL="355600" indent="-355600" algn="just">
              <a:lnSpc>
                <a:spcPct val="140000"/>
              </a:lnSpc>
              <a:buFont typeface="Wingdings" pitchFamily="2" charset="2"/>
              <a:buChar char="Ø"/>
            </a:pPr>
            <a:r>
              <a:rPr lang="en-US" sz="2800" dirty="0">
                <a:latin typeface="Times New Roman" panose="02020603050405020304" pitchFamily="18" charset="0"/>
                <a:cs typeface="Times New Roman" panose="02020603050405020304" pitchFamily="18" charset="0"/>
              </a:rPr>
              <a:t>Furthermore, incorporating human expertise and judgment into the detection process could enhance the identification of more sophisticated or well-concealed fake registration plates.</a:t>
            </a:r>
          </a:p>
          <a:p>
            <a:pPr marL="0" indent="0">
              <a:buNone/>
            </a:pPr>
            <a:endParaRPr lang="en-US" b="1" dirty="0">
              <a:latin typeface="Times New Roman" pitchFamily="18" charset="0"/>
              <a:cs typeface="Times New Roman" pitchFamily="18" charset="0"/>
            </a:endParaRPr>
          </a:p>
          <a:p>
            <a:pPr marL="0" indent="0">
              <a:buNone/>
            </a:pPr>
            <a:endParaRPr lang="en-US" b="1" dirty="0">
              <a:latin typeface="Times New Roman" pitchFamily="18" charset="0"/>
              <a:cs typeface="Times New Roman" pitchFamily="18" charset="0"/>
            </a:endParaRPr>
          </a:p>
          <a:p>
            <a:endParaRPr lang="en-IN" dirty="0"/>
          </a:p>
        </p:txBody>
      </p:sp>
      <p:sp>
        <p:nvSpPr>
          <p:cNvPr id="4" name="Date Placeholder 3">
            <a:extLst>
              <a:ext uri="{FF2B5EF4-FFF2-40B4-BE49-F238E27FC236}">
                <a16:creationId xmlns:a16="http://schemas.microsoft.com/office/drawing/2014/main" id="{EDA646F1-EAE0-6E61-A2FF-65F38C4FF080}"/>
              </a:ext>
            </a:extLst>
          </p:cNvPr>
          <p:cNvSpPr>
            <a:spLocks noGrp="1"/>
          </p:cNvSpPr>
          <p:nvPr>
            <p:ph type="dt" sz="half" idx="10"/>
          </p:nvPr>
        </p:nvSpPr>
        <p:spPr/>
        <p:txBody>
          <a:bodyPr/>
          <a:lstStyle/>
          <a:p>
            <a:r>
              <a:rPr lang="en-US"/>
              <a:t>VII Semester, Department of ISE, RNSIT</a:t>
            </a:r>
            <a:endParaRPr lang="en-US" dirty="0"/>
          </a:p>
        </p:txBody>
      </p:sp>
      <p:sp>
        <p:nvSpPr>
          <p:cNvPr id="5" name="Footer Placeholder 4">
            <a:extLst>
              <a:ext uri="{FF2B5EF4-FFF2-40B4-BE49-F238E27FC236}">
                <a16:creationId xmlns:a16="http://schemas.microsoft.com/office/drawing/2014/main" id="{169D5918-6119-AB3D-3CE0-C6EE6E654680}"/>
              </a:ext>
            </a:extLst>
          </p:cNvPr>
          <p:cNvSpPr>
            <a:spLocks noGrp="1"/>
          </p:cNvSpPr>
          <p:nvPr>
            <p:ph type="ftr" sz="quarter" idx="11"/>
          </p:nvPr>
        </p:nvSpPr>
        <p:spPr/>
        <p:txBody>
          <a:bodyPr/>
          <a:lstStyle/>
          <a:p>
            <a:r>
              <a:rPr lang="en-US"/>
              <a:t>2024 - 2025</a:t>
            </a:r>
            <a:endParaRPr lang="en-US" dirty="0"/>
          </a:p>
        </p:txBody>
      </p:sp>
      <p:sp>
        <p:nvSpPr>
          <p:cNvPr id="6" name="Slide Number Placeholder 5">
            <a:extLst>
              <a:ext uri="{FF2B5EF4-FFF2-40B4-BE49-F238E27FC236}">
                <a16:creationId xmlns:a16="http://schemas.microsoft.com/office/drawing/2014/main" id="{A60565FA-60C2-F6A1-599C-ACE921CC7D4C}"/>
              </a:ext>
            </a:extLst>
          </p:cNvPr>
          <p:cNvSpPr>
            <a:spLocks noGrp="1"/>
          </p:cNvSpPr>
          <p:nvPr>
            <p:ph type="sldNum" sz="quarter" idx="12"/>
          </p:nvPr>
        </p:nvSpPr>
        <p:spPr/>
        <p:txBody>
          <a:bodyPr/>
          <a:lstStyle/>
          <a:p>
            <a:fld id="{5B4F5413-E548-45A8-B9DD-11B71454D5CA}" type="slidenum">
              <a:rPr lang="en-US" smtClean="0"/>
              <a:pPr/>
              <a:t>6</a:t>
            </a:fld>
            <a:endParaRPr lang="en-US" dirty="0"/>
          </a:p>
        </p:txBody>
      </p:sp>
    </p:spTree>
    <p:extLst>
      <p:ext uri="{BB962C8B-B14F-4D97-AF65-F5344CB8AC3E}">
        <p14:creationId xmlns:p14="http://schemas.microsoft.com/office/powerpoint/2010/main" val="108269023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10" name="Content Placeholder 9">
            <a:extLst>
              <a:ext uri="{FF2B5EF4-FFF2-40B4-BE49-F238E27FC236}">
                <a16:creationId xmlns:a16="http://schemas.microsoft.com/office/drawing/2014/main" id="{44B3EC80-8D18-A329-4397-5C5C0E69939B}"/>
              </a:ext>
            </a:extLst>
          </p:cNvPr>
          <p:cNvGraphicFramePr>
            <a:graphicFrameLocks noGrp="1"/>
          </p:cNvGraphicFramePr>
          <p:nvPr>
            <p:ph idx="1"/>
            <p:extLst>
              <p:ext uri="{D42A27DB-BD31-4B8C-83A1-F6EECF244321}">
                <p14:modId xmlns:p14="http://schemas.microsoft.com/office/powerpoint/2010/main" val="1361254197"/>
              </p:ext>
            </p:extLst>
          </p:nvPr>
        </p:nvGraphicFramePr>
        <p:xfrm>
          <a:off x="263352" y="980728"/>
          <a:ext cx="11593289" cy="5120640"/>
        </p:xfrm>
        <a:graphic>
          <a:graphicData uri="http://schemas.openxmlformats.org/drawingml/2006/table">
            <a:tbl>
              <a:tblPr firstRow="1" bandRow="1">
                <a:tableStyleId>{5C22544A-7EE6-4342-B048-85BDC9FD1C3A}</a:tableStyleId>
              </a:tblPr>
              <a:tblGrid>
                <a:gridCol w="432048">
                  <a:extLst>
                    <a:ext uri="{9D8B030D-6E8A-4147-A177-3AD203B41FA5}">
                      <a16:colId xmlns:a16="http://schemas.microsoft.com/office/drawing/2014/main" val="346075594"/>
                    </a:ext>
                  </a:extLst>
                </a:gridCol>
                <a:gridCol w="1368152">
                  <a:extLst>
                    <a:ext uri="{9D8B030D-6E8A-4147-A177-3AD203B41FA5}">
                      <a16:colId xmlns:a16="http://schemas.microsoft.com/office/drawing/2014/main" val="3109518906"/>
                    </a:ext>
                  </a:extLst>
                </a:gridCol>
                <a:gridCol w="2088232">
                  <a:extLst>
                    <a:ext uri="{9D8B030D-6E8A-4147-A177-3AD203B41FA5}">
                      <a16:colId xmlns:a16="http://schemas.microsoft.com/office/drawing/2014/main" val="4063409924"/>
                    </a:ext>
                  </a:extLst>
                </a:gridCol>
                <a:gridCol w="3600400">
                  <a:extLst>
                    <a:ext uri="{9D8B030D-6E8A-4147-A177-3AD203B41FA5}">
                      <a16:colId xmlns:a16="http://schemas.microsoft.com/office/drawing/2014/main" val="2327774538"/>
                    </a:ext>
                  </a:extLst>
                </a:gridCol>
                <a:gridCol w="2160240">
                  <a:extLst>
                    <a:ext uri="{9D8B030D-6E8A-4147-A177-3AD203B41FA5}">
                      <a16:colId xmlns:a16="http://schemas.microsoft.com/office/drawing/2014/main" val="887297357"/>
                    </a:ext>
                  </a:extLst>
                </a:gridCol>
                <a:gridCol w="1944217">
                  <a:extLst>
                    <a:ext uri="{9D8B030D-6E8A-4147-A177-3AD203B41FA5}">
                      <a16:colId xmlns:a16="http://schemas.microsoft.com/office/drawing/2014/main" val="3147350746"/>
                    </a:ext>
                  </a:extLst>
                </a:gridCol>
              </a:tblGrid>
              <a:tr h="432048">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200" dirty="0" err="1">
                          <a:latin typeface="Times New Roman" panose="02020603050405020304" pitchFamily="18" charset="0"/>
                          <a:cs typeface="Times New Roman" panose="02020603050405020304" pitchFamily="18" charset="0"/>
                        </a:rPr>
                        <a:t>Sl.No.z</a:t>
                      </a:r>
                      <a:endParaRPr lang="en-IN" sz="1200" dirty="0">
                        <a:latin typeface="Times New Roman" panose="02020603050405020304" pitchFamily="18" charset="0"/>
                        <a:cs typeface="Times New Roman" panose="02020603050405020304" pitchFamily="18" charset="0"/>
                      </a:endParaRP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200" dirty="0">
                          <a:latin typeface="Times New Roman" panose="02020603050405020304" pitchFamily="18" charset="0"/>
                          <a:cs typeface="Times New Roman" panose="02020603050405020304" pitchFamily="18" charset="0"/>
                        </a:rPr>
                        <a:t>Authors</a:t>
                      </a:r>
                      <a:endParaRPr lang="en-IN" sz="1200" dirty="0">
                        <a:latin typeface="Times New Roman" panose="02020603050405020304" pitchFamily="18" charset="0"/>
                        <a:cs typeface="Times New Roman" panose="02020603050405020304" pitchFamily="18" charset="0"/>
                      </a:endParaRP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200" dirty="0">
                          <a:latin typeface="Times New Roman" panose="02020603050405020304" pitchFamily="18" charset="0"/>
                          <a:cs typeface="Times New Roman" panose="02020603050405020304" pitchFamily="18" charset="0"/>
                        </a:rPr>
                        <a:t>Title and Year of Publication</a:t>
                      </a:r>
                      <a:endParaRPr lang="en-IN" sz="1200" dirty="0">
                        <a:latin typeface="Times New Roman" panose="02020603050405020304" pitchFamily="18" charset="0"/>
                        <a:cs typeface="Times New Roman" panose="02020603050405020304" pitchFamily="18" charset="0"/>
                      </a:endParaRP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IN" sz="1200" dirty="0">
                          <a:latin typeface="Times New Roman" panose="02020603050405020304" pitchFamily="18" charset="0"/>
                          <a:cs typeface="Times New Roman" panose="02020603050405020304" pitchFamily="18" charset="0"/>
                        </a:rPr>
                        <a:t>Contents</a:t>
                      </a:r>
                    </a:p>
                    <a:p>
                      <a:pPr algn="ctr"/>
                      <a:endParaRPr lang="en-IN" sz="1200" dirty="0">
                        <a:latin typeface="Times New Roman" panose="02020603050405020304" pitchFamily="18" charset="0"/>
                        <a:cs typeface="Times New Roman" panose="02020603050405020304" pitchFamily="18" charset="0"/>
                      </a:endParaRPr>
                    </a:p>
                  </a:txBody>
                  <a:tcPr/>
                </a:tc>
                <a:tc>
                  <a:txBody>
                    <a:bodyPr/>
                    <a:lstStyle/>
                    <a:p>
                      <a:pPr algn="ctr"/>
                      <a:r>
                        <a:rPr lang="en-US" sz="1200" dirty="0">
                          <a:latin typeface="Times New Roman" panose="02020603050405020304" pitchFamily="18" charset="0"/>
                          <a:cs typeface="Times New Roman" panose="02020603050405020304" pitchFamily="18" charset="0"/>
                        </a:rPr>
                        <a:t>Advantages</a:t>
                      </a:r>
                      <a:endParaRPr lang="en-IN" sz="1200" dirty="0">
                        <a:latin typeface="Times New Roman" panose="02020603050405020304" pitchFamily="18" charset="0"/>
                        <a:cs typeface="Times New Roman" panose="02020603050405020304" pitchFamily="18" charset="0"/>
                      </a:endParaRPr>
                    </a:p>
                  </a:txBody>
                  <a:tcPr/>
                </a:tc>
                <a:tc>
                  <a:txBody>
                    <a:bodyPr/>
                    <a:lstStyle/>
                    <a:p>
                      <a:pPr algn="ctr"/>
                      <a:r>
                        <a:rPr lang="en-US" sz="1200" dirty="0">
                          <a:latin typeface="Times New Roman" panose="02020603050405020304" pitchFamily="18" charset="0"/>
                          <a:cs typeface="Times New Roman" panose="02020603050405020304" pitchFamily="18" charset="0"/>
                        </a:rPr>
                        <a:t>Disadvantages</a:t>
                      </a:r>
                      <a:endParaRPr lang="en-IN" sz="1200"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4229540379"/>
                  </a:ext>
                </a:extLst>
              </a:tr>
              <a:tr h="0">
                <a:tc>
                  <a:txBody>
                    <a:bodyPr/>
                    <a:lstStyle/>
                    <a:p>
                      <a:pPr algn="ctr"/>
                      <a:r>
                        <a:rPr lang="en-US" sz="1200" dirty="0">
                          <a:latin typeface="Times New Roman" panose="02020603050405020304" pitchFamily="18" charset="0"/>
                          <a:cs typeface="Times New Roman" panose="02020603050405020304" pitchFamily="18" charset="0"/>
                        </a:rPr>
                        <a:t>1.</a:t>
                      </a:r>
                      <a:endParaRPr lang="en-IN" sz="1200" dirty="0">
                        <a:latin typeface="Times New Roman" panose="02020603050405020304" pitchFamily="18" charset="0"/>
                        <a:cs typeface="Times New Roman" panose="02020603050405020304" pitchFamily="18" charset="0"/>
                      </a:endParaRP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IN" sz="1200" dirty="0">
                          <a:latin typeface="Times New Roman" panose="02020603050405020304" pitchFamily="18" charset="0"/>
                          <a:cs typeface="Times New Roman" panose="02020603050405020304" pitchFamily="18" charset="0"/>
                        </a:rPr>
                        <a:t>Gaurav Joshi, Shreya Kaul, Akansha Singh</a:t>
                      </a: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200" dirty="0">
                          <a:latin typeface="Times New Roman" panose="02020603050405020304" pitchFamily="18" charset="0"/>
                          <a:cs typeface="Times New Roman" panose="02020603050405020304" pitchFamily="18" charset="0"/>
                        </a:rPr>
                        <a:t>Automated Vehicle Numberplate Detection and Recognition - 2021</a:t>
                      </a:r>
                      <a:endParaRPr lang="en-IN" sz="1200" dirty="0">
                        <a:latin typeface="Times New Roman" panose="02020603050405020304" pitchFamily="18" charset="0"/>
                        <a:cs typeface="Times New Roman" panose="02020603050405020304" pitchFamily="18" charset="0"/>
                      </a:endParaRPr>
                    </a:p>
                    <a:p>
                      <a:pPr algn="ctr"/>
                      <a:endParaRPr lang="en-IN" sz="1200" dirty="0">
                        <a:latin typeface="Times New Roman" panose="02020603050405020304" pitchFamily="18" charset="0"/>
                        <a:cs typeface="Times New Roman" panose="02020603050405020304" pitchFamily="18" charset="0"/>
                      </a:endParaRP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200" dirty="0">
                          <a:latin typeface="Times New Roman" panose="02020603050405020304" pitchFamily="18" charset="0"/>
                          <a:cs typeface="Times New Roman" panose="02020603050405020304" pitchFamily="18" charset="0"/>
                        </a:rPr>
                        <a:t>The VNDR concept utilizes computer vision techniques to detect and recognize characters on vehicle number plates. This paper reviews various methodologies aimed at improving the accuracy of number plate recognition, including image processing and character recognition techniques. Such systems have valuable applications in traffic management and law enforcement, offering insights and information from the collected data.</a:t>
                      </a:r>
                      <a:endParaRPr lang="en-IN" sz="1200" dirty="0">
                        <a:latin typeface="Times New Roman" panose="02020603050405020304" pitchFamily="18" charset="0"/>
                        <a:cs typeface="Times New Roman" panose="02020603050405020304" pitchFamily="18" charset="0"/>
                      </a:endParaRPr>
                    </a:p>
                  </a:txBody>
                  <a:tcPr/>
                </a:tc>
                <a:tc>
                  <a:txBody>
                    <a:bodyPr/>
                    <a:lstStyle/>
                    <a:p>
                      <a:pPr marL="171450" indent="-171450" algn="l">
                        <a:buFont typeface="Arial" panose="020B0604020202020204" pitchFamily="34" charset="0"/>
                        <a:buChar char="•"/>
                      </a:pPr>
                      <a:r>
                        <a:rPr lang="en-US" sz="1200" dirty="0">
                          <a:latin typeface="Times New Roman" panose="02020603050405020304" pitchFamily="18" charset="0"/>
                          <a:cs typeface="Times New Roman" panose="02020603050405020304" pitchFamily="18" charset="0"/>
                        </a:rPr>
                        <a:t>Automation of number plate detection and recognition.</a:t>
                      </a:r>
                    </a:p>
                    <a:p>
                      <a:pPr marL="171450" indent="-171450" algn="l">
                        <a:buFont typeface="Arial" panose="020B0604020202020204" pitchFamily="34" charset="0"/>
                        <a:buChar char="•"/>
                      </a:pPr>
                      <a:r>
                        <a:rPr lang="en-US" sz="1200" dirty="0">
                          <a:latin typeface="Times New Roman" panose="02020603050405020304" pitchFamily="18" charset="0"/>
                          <a:cs typeface="Times New Roman" panose="02020603050405020304" pitchFamily="18" charset="0"/>
                        </a:rPr>
                        <a:t>Versatile applications in traffic and law enforcement.</a:t>
                      </a:r>
                    </a:p>
                    <a:p>
                      <a:pPr marL="171450" indent="-171450" algn="l">
                        <a:buFont typeface="Arial" panose="020B0604020202020204" pitchFamily="34" charset="0"/>
                        <a:buChar char="•"/>
                      </a:pPr>
                      <a:r>
                        <a:rPr lang="en-US" sz="1200" dirty="0">
                          <a:latin typeface="Times New Roman" panose="02020603050405020304" pitchFamily="18" charset="0"/>
                          <a:cs typeface="Times New Roman" panose="02020603050405020304" pitchFamily="18" charset="0"/>
                        </a:rPr>
                        <a:t>Scalability for large-scale deployment.</a:t>
                      </a:r>
                    </a:p>
                    <a:p>
                      <a:pPr marL="171450" indent="-171450" algn="l">
                        <a:buFont typeface="Arial" panose="020B0604020202020204" pitchFamily="34" charset="0"/>
                        <a:buChar char="•"/>
                      </a:pPr>
                      <a:r>
                        <a:rPr lang="en-US" sz="1200" dirty="0">
                          <a:latin typeface="Times New Roman" panose="02020603050405020304" pitchFamily="18" charset="0"/>
                          <a:cs typeface="Times New Roman" panose="02020603050405020304" pitchFamily="18" charset="0"/>
                        </a:rPr>
                        <a:t>Real-time processing for quick responses</a:t>
                      </a:r>
                      <a:endParaRPr lang="en-IN" sz="1200" dirty="0">
                        <a:latin typeface="Times New Roman" panose="02020603050405020304" pitchFamily="18" charset="0"/>
                        <a:cs typeface="Times New Roman" panose="02020603050405020304" pitchFamily="18" charset="0"/>
                      </a:endParaRPr>
                    </a:p>
                  </a:txBody>
                  <a:tcPr/>
                </a:tc>
                <a:tc>
                  <a:txBody>
                    <a:bodyPr/>
                    <a:lstStyle/>
                    <a:p>
                      <a:pPr marL="171450" indent="-171450">
                        <a:buFont typeface="Arial" panose="020B0604020202020204" pitchFamily="34" charset="0"/>
                        <a:buChar char="•"/>
                      </a:pPr>
                      <a:r>
                        <a:rPr lang="en-US" sz="1200" dirty="0">
                          <a:latin typeface="Times New Roman" panose="02020603050405020304" pitchFamily="18" charset="0"/>
                          <a:cs typeface="Times New Roman" panose="02020603050405020304" pitchFamily="18" charset="0"/>
                        </a:rPr>
                        <a:t>Sensitivity to environmental conditions.</a:t>
                      </a:r>
                    </a:p>
                    <a:p>
                      <a:pPr marL="171450" indent="-171450">
                        <a:buFont typeface="Arial" panose="020B0604020202020204" pitchFamily="34" charset="0"/>
                        <a:buChar char="•"/>
                      </a:pPr>
                      <a:r>
                        <a:rPr lang="en-US" sz="1200" dirty="0">
                          <a:latin typeface="Times New Roman" panose="02020603050405020304" pitchFamily="18" charset="0"/>
                          <a:cs typeface="Times New Roman" panose="02020603050405020304" pitchFamily="18" charset="0"/>
                        </a:rPr>
                        <a:t>High initial implementation costs.</a:t>
                      </a:r>
                    </a:p>
                    <a:p>
                      <a:pPr marL="171450" indent="-171450">
                        <a:buFont typeface="Arial" panose="020B0604020202020204" pitchFamily="34" charset="0"/>
                        <a:buChar char="•"/>
                      </a:pPr>
                      <a:r>
                        <a:rPr lang="en-US" sz="1200" dirty="0">
                          <a:latin typeface="Times New Roman" panose="02020603050405020304" pitchFamily="18" charset="0"/>
                          <a:cs typeface="Times New Roman" panose="02020603050405020304" pitchFamily="18" charset="0"/>
                        </a:rPr>
                        <a:t>Regular maintenance requirements</a:t>
                      </a:r>
                      <a:endParaRPr lang="en-IN" sz="1200"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4097123005"/>
                  </a:ext>
                </a:extLst>
              </a:tr>
              <a:tr h="418574">
                <a:tc>
                  <a:txBody>
                    <a:bodyPr/>
                    <a:lstStyle/>
                    <a:p>
                      <a:pPr algn="ctr"/>
                      <a:r>
                        <a:rPr lang="en-US" sz="1200" dirty="0">
                          <a:latin typeface="Times New Roman" panose="02020603050405020304" pitchFamily="18" charset="0"/>
                          <a:cs typeface="Times New Roman" panose="02020603050405020304" pitchFamily="18" charset="0"/>
                        </a:rPr>
                        <a:t>2.</a:t>
                      </a:r>
                      <a:endParaRPr lang="en-IN" sz="1200" dirty="0">
                        <a:latin typeface="Times New Roman" panose="02020603050405020304" pitchFamily="18" charset="0"/>
                        <a:cs typeface="Times New Roman" panose="02020603050405020304" pitchFamily="18" charset="0"/>
                      </a:endParaRP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IN" sz="1200" dirty="0" err="1">
                          <a:latin typeface="Times New Roman" panose="02020603050405020304" pitchFamily="18" charset="0"/>
                          <a:cs typeface="Times New Roman" panose="02020603050405020304" pitchFamily="18" charset="0"/>
                        </a:rPr>
                        <a:t>Zillur</a:t>
                      </a:r>
                      <a:r>
                        <a:rPr lang="en-IN" sz="1200" dirty="0">
                          <a:latin typeface="Times New Roman" panose="02020603050405020304" pitchFamily="18" charset="0"/>
                          <a:cs typeface="Times New Roman" panose="02020603050405020304" pitchFamily="18" charset="0"/>
                        </a:rPr>
                        <a:t> Rahman , Amit Mazumder Ami, Muhammad Ahsan Ullah</a:t>
                      </a: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200" dirty="0">
                          <a:latin typeface="Times New Roman" panose="02020603050405020304" pitchFamily="18" charset="0"/>
                          <a:cs typeface="Times New Roman" panose="02020603050405020304" pitchFamily="18" charset="0"/>
                        </a:rPr>
                        <a:t>A Real-Time Wrong-Way Vehicle Detection Based on YOLO and Centroid Tracking - 2020</a:t>
                      </a:r>
                      <a:endParaRPr lang="en-IN" sz="1200" dirty="0">
                        <a:latin typeface="Times New Roman" panose="02020603050405020304" pitchFamily="18" charset="0"/>
                        <a:cs typeface="Times New Roman" panose="02020603050405020304" pitchFamily="18" charset="0"/>
                      </a:endParaRP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200" dirty="0">
                          <a:latin typeface="Times New Roman" panose="02020603050405020304" pitchFamily="18" charset="0"/>
                          <a:cs typeface="Times New Roman" panose="02020603050405020304" pitchFamily="18" charset="0"/>
                        </a:rPr>
                        <a:t>The development of an automatic wrong-way vehicle detection system that can be used in real-time traffic management. The system would use surveillance video footage from on-road cameras to detect and track vehicles and then use the You Only Look Once (YOLO) algorithm and a centroid tracking algorithm to identify wrong-way driving vehicles. </a:t>
                      </a:r>
                      <a:endParaRPr lang="en-IN" sz="1200" dirty="0">
                        <a:latin typeface="Times New Roman" panose="02020603050405020304" pitchFamily="18" charset="0"/>
                        <a:cs typeface="Times New Roman" panose="02020603050405020304" pitchFamily="18" charset="0"/>
                      </a:endParaRPr>
                    </a:p>
                  </a:txBody>
                  <a:tcPr/>
                </a:tc>
                <a:tc>
                  <a:txBody>
                    <a:bodyPr/>
                    <a:lstStyle/>
                    <a:p>
                      <a:pPr marL="171450" indent="-171450">
                        <a:buFont typeface="Arial" panose="020B0604020202020204" pitchFamily="34" charset="0"/>
                        <a:buChar char="•"/>
                      </a:pPr>
                      <a:r>
                        <a:rPr lang="en-US" sz="1200" dirty="0">
                          <a:latin typeface="Times New Roman" panose="02020603050405020304" pitchFamily="18" charset="0"/>
                          <a:cs typeface="Times New Roman" panose="02020603050405020304" pitchFamily="18" charset="0"/>
                        </a:rPr>
                        <a:t>Real-time detection for immediate action</a:t>
                      </a:r>
                    </a:p>
                    <a:p>
                      <a:pPr marL="171450" indent="-171450">
                        <a:buFont typeface="Arial" panose="020B0604020202020204" pitchFamily="34" charset="0"/>
                        <a:buChar char="•"/>
                      </a:pPr>
                      <a:r>
                        <a:rPr lang="en-US" sz="1200" dirty="0">
                          <a:latin typeface="Times New Roman" panose="02020603050405020304" pitchFamily="18" charset="0"/>
                          <a:cs typeface="Times New Roman" panose="02020603050405020304" pitchFamily="18" charset="0"/>
                        </a:rPr>
                        <a:t>High accuracy with YOLO and centroid tracking</a:t>
                      </a:r>
                    </a:p>
                    <a:p>
                      <a:pPr marL="171450" indent="-171450">
                        <a:buFont typeface="Arial" panose="020B0604020202020204" pitchFamily="34" charset="0"/>
                        <a:buChar char="•"/>
                      </a:pPr>
                      <a:r>
                        <a:rPr lang="en-US" sz="1200" dirty="0">
                          <a:latin typeface="Times New Roman" panose="02020603050405020304" pitchFamily="18" charset="0"/>
                          <a:cs typeface="Times New Roman" panose="02020603050405020304" pitchFamily="18" charset="0"/>
                        </a:rPr>
                        <a:t>Enhances traffic safety by preventing accidents</a:t>
                      </a:r>
                    </a:p>
                  </a:txBody>
                  <a:tcPr/>
                </a:tc>
                <a:tc>
                  <a:txBody>
                    <a:bodyPr/>
                    <a:lstStyle/>
                    <a:p>
                      <a:pPr marL="171450" indent="-171450">
                        <a:buFont typeface="Arial" panose="020B0604020202020204" pitchFamily="34" charset="0"/>
                        <a:buChar char="•"/>
                      </a:pPr>
                      <a:r>
                        <a:rPr lang="en-US" sz="1200" dirty="0">
                          <a:latin typeface="Times New Roman" panose="02020603050405020304" pitchFamily="18" charset="0"/>
                          <a:cs typeface="Times New Roman" panose="02020603050405020304" pitchFamily="18" charset="0"/>
                        </a:rPr>
                        <a:t>Sensitive to lighting and weather conditions.</a:t>
                      </a:r>
                    </a:p>
                    <a:p>
                      <a:pPr marL="171450" indent="-171450">
                        <a:buFont typeface="Arial" panose="020B0604020202020204" pitchFamily="34" charset="0"/>
                        <a:buChar char="•"/>
                      </a:pPr>
                      <a:r>
                        <a:rPr lang="en-US" sz="1200" dirty="0">
                          <a:latin typeface="Times New Roman" panose="02020603050405020304" pitchFamily="18" charset="0"/>
                          <a:cs typeface="Times New Roman" panose="02020603050405020304" pitchFamily="18" charset="0"/>
                        </a:rPr>
                        <a:t>High computational resource requirements.</a:t>
                      </a:r>
                    </a:p>
                    <a:p>
                      <a:pPr marL="171450" indent="-171450">
                        <a:buFont typeface="Arial" panose="020B0604020202020204" pitchFamily="34" charset="0"/>
                        <a:buChar char="•"/>
                      </a:pPr>
                      <a:r>
                        <a:rPr lang="en-US" sz="1200" dirty="0">
                          <a:latin typeface="Times New Roman" panose="02020603050405020304" pitchFamily="18" charset="0"/>
                          <a:cs typeface="Times New Roman" panose="02020603050405020304" pitchFamily="18" charset="0"/>
                        </a:rPr>
                        <a:t>Risk of false positives in detection</a:t>
                      </a:r>
                      <a:endParaRPr lang="en-IN" sz="1200"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1232969248"/>
                  </a:ext>
                </a:extLst>
              </a:tr>
              <a:tr h="418574">
                <a:tc>
                  <a:txBody>
                    <a:bodyPr/>
                    <a:lstStyle/>
                    <a:p>
                      <a:pPr algn="ctr"/>
                      <a:r>
                        <a:rPr lang="en-US" sz="1200" dirty="0">
                          <a:latin typeface="Times New Roman" panose="02020603050405020304" pitchFamily="18" charset="0"/>
                          <a:cs typeface="Times New Roman" panose="02020603050405020304" pitchFamily="18" charset="0"/>
                        </a:rPr>
                        <a:t>3.</a:t>
                      </a:r>
                      <a:endParaRPr lang="en-IN" sz="1200" dirty="0">
                        <a:latin typeface="Times New Roman" panose="02020603050405020304" pitchFamily="18" charset="0"/>
                        <a:cs typeface="Times New Roman" panose="02020603050405020304" pitchFamily="18" charset="0"/>
                      </a:endParaRP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IN" sz="1200" dirty="0" err="1">
                          <a:latin typeface="Times New Roman" panose="02020603050405020304" pitchFamily="18" charset="0"/>
                          <a:cs typeface="Times New Roman" panose="02020603050405020304" pitchFamily="18" charset="0"/>
                        </a:rPr>
                        <a:t>P.Srinivas</a:t>
                      </a:r>
                      <a:r>
                        <a:rPr lang="en-IN" sz="1200" dirty="0">
                          <a:latin typeface="Times New Roman" panose="02020603050405020304" pitchFamily="18" charset="0"/>
                          <a:cs typeface="Times New Roman" panose="02020603050405020304" pitchFamily="18" charset="0"/>
                        </a:rPr>
                        <a:t> Reddy, T. </a:t>
                      </a:r>
                      <a:r>
                        <a:rPr lang="en-IN" sz="1200" dirty="0" err="1">
                          <a:latin typeface="Times New Roman" panose="02020603050405020304" pitchFamily="18" charset="0"/>
                          <a:cs typeface="Times New Roman" panose="02020603050405020304" pitchFamily="18" charset="0"/>
                        </a:rPr>
                        <a:t>Nishwa</a:t>
                      </a:r>
                      <a:r>
                        <a:rPr lang="en-IN" sz="1200" dirty="0">
                          <a:latin typeface="Times New Roman" panose="02020603050405020304" pitchFamily="18" charset="0"/>
                          <a:cs typeface="Times New Roman" panose="02020603050405020304" pitchFamily="18" charset="0"/>
                        </a:rPr>
                        <a:t>, R. Shiva Kiran Reddy, Ch </a:t>
                      </a:r>
                      <a:r>
                        <a:rPr lang="en-IN" sz="1200" dirty="0" err="1">
                          <a:latin typeface="Times New Roman" panose="02020603050405020304" pitchFamily="18" charset="0"/>
                          <a:cs typeface="Times New Roman" panose="02020603050405020304" pitchFamily="18" charset="0"/>
                        </a:rPr>
                        <a:t>Sadviq</a:t>
                      </a:r>
                      <a:r>
                        <a:rPr lang="en-IN" sz="1200" dirty="0">
                          <a:latin typeface="Times New Roman" panose="02020603050405020304" pitchFamily="18" charset="0"/>
                          <a:cs typeface="Times New Roman" panose="02020603050405020304" pitchFamily="18" charset="0"/>
                        </a:rPr>
                        <a:t>, K. </a:t>
                      </a:r>
                      <a:r>
                        <a:rPr lang="en-IN" sz="1200" dirty="0" err="1">
                          <a:latin typeface="Times New Roman" panose="02020603050405020304" pitchFamily="18" charset="0"/>
                          <a:cs typeface="Times New Roman" panose="02020603050405020304" pitchFamily="18" charset="0"/>
                        </a:rPr>
                        <a:t>Rithvik</a:t>
                      </a:r>
                      <a:endParaRPr lang="en-IN" sz="1200" dirty="0">
                        <a:latin typeface="Times New Roman" panose="02020603050405020304" pitchFamily="18" charset="0"/>
                        <a:cs typeface="Times New Roman" panose="02020603050405020304" pitchFamily="18" charset="0"/>
                      </a:endParaRP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200" dirty="0">
                          <a:latin typeface="Times New Roman" panose="02020603050405020304" pitchFamily="18" charset="0"/>
                          <a:cs typeface="Times New Roman" panose="02020603050405020304" pitchFamily="18" charset="0"/>
                        </a:rPr>
                        <a:t>Traffic Rules Violation Detection using Machine Learning Techniques - 2021</a:t>
                      </a:r>
                      <a:endParaRPr lang="en-IN" sz="1200" dirty="0">
                        <a:latin typeface="Times New Roman" panose="02020603050405020304" pitchFamily="18" charset="0"/>
                        <a:cs typeface="Times New Roman" panose="02020603050405020304" pitchFamily="18" charset="0"/>
                      </a:endParaRPr>
                    </a:p>
                    <a:p>
                      <a:pPr algn="ctr"/>
                      <a:endParaRPr lang="en-IN" sz="1200" dirty="0">
                        <a:latin typeface="Times New Roman" panose="02020603050405020304" pitchFamily="18" charset="0"/>
                        <a:cs typeface="Times New Roman" panose="02020603050405020304" pitchFamily="18" charset="0"/>
                      </a:endParaRP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200" dirty="0">
                          <a:latin typeface="Times New Roman" panose="02020603050405020304" pitchFamily="18" charset="0"/>
                          <a:cs typeface="Times New Roman" panose="02020603050405020304" pitchFamily="18" charset="0"/>
                        </a:rPr>
                        <a:t>The proposed system would use computer vision techniques to identify common types of traffic violations in real-time, such as signal violations. The authors note that this system has the potential to be faster and more efficient than human traffic police officers, who may not be able to capture multiple violations simultaneously.</a:t>
                      </a:r>
                      <a:endParaRPr lang="en-IN" sz="1200" dirty="0">
                        <a:latin typeface="Times New Roman" panose="02020603050405020304" pitchFamily="18" charset="0"/>
                        <a:cs typeface="Times New Roman" panose="02020603050405020304" pitchFamily="18" charset="0"/>
                      </a:endParaRPr>
                    </a:p>
                  </a:txBody>
                  <a:tcPr/>
                </a:tc>
                <a:tc>
                  <a:txBody>
                    <a:bodyPr/>
                    <a:lstStyle/>
                    <a:p>
                      <a:pPr marL="171450" indent="-171450">
                        <a:buFont typeface="Arial" panose="020B0604020202020204" pitchFamily="34" charset="0"/>
                        <a:buChar char="•"/>
                      </a:pPr>
                      <a:r>
                        <a:rPr lang="en-US" sz="1200" dirty="0">
                          <a:latin typeface="Times New Roman" panose="02020603050405020304" pitchFamily="18" charset="0"/>
                          <a:cs typeface="Times New Roman" panose="02020603050405020304" pitchFamily="18" charset="0"/>
                        </a:rPr>
                        <a:t>Real-time identification of traffic violations.</a:t>
                      </a:r>
                    </a:p>
                    <a:p>
                      <a:pPr marL="171450" indent="-171450">
                        <a:buFont typeface="Arial" panose="020B0604020202020204" pitchFamily="34" charset="0"/>
                        <a:buChar char="•"/>
                      </a:pPr>
                      <a:r>
                        <a:rPr lang="en-US" sz="1200" dirty="0">
                          <a:latin typeface="Times New Roman" panose="02020603050405020304" pitchFamily="18" charset="0"/>
                          <a:cs typeface="Times New Roman" panose="02020603050405020304" pitchFamily="18" charset="0"/>
                        </a:rPr>
                        <a:t>More efficient than human traffic monitoring.</a:t>
                      </a:r>
                    </a:p>
                    <a:p>
                      <a:pPr marL="171450" indent="-171450">
                        <a:buFont typeface="Arial" panose="020B0604020202020204" pitchFamily="34" charset="0"/>
                        <a:buChar char="•"/>
                      </a:pPr>
                      <a:r>
                        <a:rPr lang="en-US" sz="1200" dirty="0">
                          <a:latin typeface="Times New Roman" panose="02020603050405020304" pitchFamily="18" charset="0"/>
                          <a:cs typeface="Times New Roman" panose="02020603050405020304" pitchFamily="18" charset="0"/>
                        </a:rPr>
                        <a:t>Simultaneous detection of multiple violations</a:t>
                      </a:r>
                      <a:endParaRPr lang="en-IN" sz="1200" dirty="0">
                        <a:latin typeface="Times New Roman" panose="02020603050405020304" pitchFamily="18" charset="0"/>
                        <a:cs typeface="Times New Roman" panose="02020603050405020304" pitchFamily="18" charset="0"/>
                      </a:endParaRPr>
                    </a:p>
                  </a:txBody>
                  <a:tcPr/>
                </a:tc>
                <a:tc>
                  <a:txBody>
                    <a:bodyPr/>
                    <a:lstStyle/>
                    <a:p>
                      <a:pPr marL="171450" indent="-171450">
                        <a:buFont typeface="Arial" panose="020B0604020202020204" pitchFamily="34" charset="0"/>
                        <a:buChar char="•"/>
                      </a:pPr>
                      <a:r>
                        <a:rPr lang="en-US" sz="1200" dirty="0">
                          <a:latin typeface="Times New Roman" panose="02020603050405020304" pitchFamily="18" charset="0"/>
                          <a:cs typeface="Times New Roman" panose="02020603050405020304" pitchFamily="18" charset="0"/>
                        </a:rPr>
                        <a:t>Sensitive to environmental conditions like lighting and weather</a:t>
                      </a:r>
                    </a:p>
                    <a:p>
                      <a:pPr marL="171450" indent="-171450">
                        <a:buFont typeface="Arial" panose="020B0604020202020204" pitchFamily="34" charset="0"/>
                        <a:buChar char="•"/>
                      </a:pPr>
                      <a:r>
                        <a:rPr lang="en-US" sz="1200" dirty="0">
                          <a:latin typeface="Times New Roman" panose="02020603050405020304" pitchFamily="18" charset="0"/>
                          <a:cs typeface="Times New Roman" panose="02020603050405020304" pitchFamily="18" charset="0"/>
                        </a:rPr>
                        <a:t>High setup and maintenance costs</a:t>
                      </a:r>
                    </a:p>
                    <a:p>
                      <a:pPr marL="171450" indent="-171450">
                        <a:buFont typeface="Arial" panose="020B0604020202020204" pitchFamily="34" charset="0"/>
                        <a:buChar char="•"/>
                      </a:pPr>
                      <a:r>
                        <a:rPr lang="en-US" sz="1200" dirty="0">
                          <a:latin typeface="Times New Roman" panose="02020603050405020304" pitchFamily="18" charset="0"/>
                          <a:cs typeface="Times New Roman" panose="02020603050405020304" pitchFamily="18" charset="0"/>
                        </a:rPr>
                        <a:t>Potential accuracy issues in complex scenarios</a:t>
                      </a:r>
                      <a:endParaRPr lang="en-IN" sz="1200"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349481536"/>
                  </a:ext>
                </a:extLst>
              </a:tr>
            </a:tbl>
          </a:graphicData>
        </a:graphic>
      </p:graphicFrame>
      <p:sp>
        <p:nvSpPr>
          <p:cNvPr id="8" name="Date Placeholder 7">
            <a:extLst>
              <a:ext uri="{FF2B5EF4-FFF2-40B4-BE49-F238E27FC236}">
                <a16:creationId xmlns:a16="http://schemas.microsoft.com/office/drawing/2014/main" id="{33D9D5CE-D501-437E-94FB-5429EB2117D0}"/>
              </a:ext>
            </a:extLst>
          </p:cNvPr>
          <p:cNvSpPr>
            <a:spLocks noGrp="1"/>
          </p:cNvSpPr>
          <p:nvPr>
            <p:ph type="dt" sz="half" idx="10"/>
          </p:nvPr>
        </p:nvSpPr>
        <p:spPr/>
        <p:txBody>
          <a:bodyPr/>
          <a:lstStyle/>
          <a:p>
            <a:r>
              <a:rPr lang="en-US" dirty="0"/>
              <a:t>VII Semester, Department of ISE, RNSIT</a:t>
            </a:r>
          </a:p>
        </p:txBody>
      </p:sp>
      <p:sp>
        <p:nvSpPr>
          <p:cNvPr id="7" name="Footer Placeholder 6">
            <a:extLst>
              <a:ext uri="{FF2B5EF4-FFF2-40B4-BE49-F238E27FC236}">
                <a16:creationId xmlns:a16="http://schemas.microsoft.com/office/drawing/2014/main" id="{1B6A0277-3ABD-406C-9A7E-9C6FB5EA279B}"/>
              </a:ext>
            </a:extLst>
          </p:cNvPr>
          <p:cNvSpPr>
            <a:spLocks noGrp="1"/>
          </p:cNvSpPr>
          <p:nvPr>
            <p:ph type="ftr" sz="quarter" idx="11"/>
          </p:nvPr>
        </p:nvSpPr>
        <p:spPr/>
        <p:txBody>
          <a:bodyPr/>
          <a:lstStyle/>
          <a:p>
            <a:r>
              <a:rPr lang="en-US" dirty="0"/>
              <a:t>2024 - 2025</a:t>
            </a:r>
          </a:p>
        </p:txBody>
      </p:sp>
      <p:sp>
        <p:nvSpPr>
          <p:cNvPr id="2" name="Slide Number Placeholder 1">
            <a:extLst>
              <a:ext uri="{FF2B5EF4-FFF2-40B4-BE49-F238E27FC236}">
                <a16:creationId xmlns:a16="http://schemas.microsoft.com/office/drawing/2014/main" id="{A10D85D3-EAD9-4C96-869F-7DA3C3441C3B}"/>
              </a:ext>
            </a:extLst>
          </p:cNvPr>
          <p:cNvSpPr>
            <a:spLocks noGrp="1"/>
          </p:cNvSpPr>
          <p:nvPr>
            <p:ph type="sldNum" sz="quarter" idx="12"/>
          </p:nvPr>
        </p:nvSpPr>
        <p:spPr/>
        <p:txBody>
          <a:bodyPr/>
          <a:lstStyle/>
          <a:p>
            <a:fld id="{5B4F5413-E548-45A8-B9DD-11B71454D5CA}" type="slidenum">
              <a:rPr lang="en-US" smtClean="0"/>
              <a:pPr/>
              <a:t>7</a:t>
            </a:fld>
            <a:endParaRPr lang="en-US" dirty="0"/>
          </a:p>
        </p:txBody>
      </p:sp>
      <p:sp>
        <p:nvSpPr>
          <p:cNvPr id="4" name="Title 3"/>
          <p:cNvSpPr txBox="1">
            <a:spLocks/>
          </p:cNvSpPr>
          <p:nvPr/>
        </p:nvSpPr>
        <p:spPr>
          <a:xfrm>
            <a:off x="1981200" y="152400"/>
            <a:ext cx="8229600" cy="684312"/>
          </a:xfrm>
          <a:prstGeom prst="rect">
            <a:avLst/>
          </a:prstGeom>
        </p:spPr>
        <p:txBody>
          <a:bodyPr vert="horz" anchor="b">
            <a:normAutofit fontScale="97500"/>
          </a:bodyPr>
          <a:lstStyle>
            <a:lvl1pPr algn="l" rtl="0" eaLnBrk="1" latinLnBrk="0" hangingPunct="1">
              <a:spcBef>
                <a:spcPct val="0"/>
              </a:spcBef>
              <a:buNone/>
              <a:defRPr kumimoji="0" sz="3000" b="0" kern="1200" cap="small" baseline="0">
                <a:solidFill>
                  <a:schemeClr val="tx2"/>
                </a:solidFill>
                <a:latin typeface="+mj-lt"/>
                <a:ea typeface="+mj-ea"/>
                <a:cs typeface="+mj-cs"/>
              </a:defRPr>
            </a:lvl1pPr>
          </a:lstStyle>
          <a:p>
            <a:pPr algn="ctr"/>
            <a:r>
              <a:rPr lang="en-IN" b="1" dirty="0">
                <a:solidFill>
                  <a:schemeClr val="accent1">
                    <a:lumMod val="75000"/>
                  </a:schemeClr>
                </a:solidFill>
                <a:latin typeface="Times New Roman" pitchFamily="18" charset="0"/>
                <a:cs typeface="Times New Roman" pitchFamily="18" charset="0"/>
              </a:rPr>
              <a:t>LITERATURE</a:t>
            </a:r>
            <a:r>
              <a:rPr lang="en-IN" b="1" dirty="0">
                <a:solidFill>
                  <a:schemeClr val="accent1"/>
                </a:solidFill>
                <a:latin typeface="Times New Roman" pitchFamily="18" charset="0"/>
                <a:cs typeface="Times New Roman" pitchFamily="18" charset="0"/>
              </a:rPr>
              <a:t> </a:t>
            </a:r>
            <a:r>
              <a:rPr lang="en-IN" b="1" dirty="0">
                <a:solidFill>
                  <a:schemeClr val="accent1">
                    <a:lumMod val="75000"/>
                  </a:schemeClr>
                </a:solidFill>
                <a:latin typeface="Times New Roman" pitchFamily="18" charset="0"/>
                <a:cs typeface="Times New Roman" pitchFamily="18" charset="0"/>
              </a:rPr>
              <a:t>SURVEY</a:t>
            </a:r>
          </a:p>
        </p:txBody>
      </p:sp>
    </p:spTree>
    <p:extLst>
      <p:ext uri="{BB962C8B-B14F-4D97-AF65-F5344CB8AC3E}">
        <p14:creationId xmlns:p14="http://schemas.microsoft.com/office/powerpoint/2010/main" val="159045669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BC9B2BA-9AA9-D11A-F9BC-7E259DC1C4CD}"/>
              </a:ext>
            </a:extLst>
          </p:cNvPr>
          <p:cNvSpPr>
            <a:spLocks noGrp="1"/>
          </p:cNvSpPr>
          <p:nvPr>
            <p:ph type="title"/>
          </p:nvPr>
        </p:nvSpPr>
        <p:spPr>
          <a:xfrm>
            <a:off x="838200" y="136525"/>
            <a:ext cx="10515600" cy="628179"/>
          </a:xfrm>
        </p:spPr>
        <p:txBody>
          <a:bodyPr>
            <a:normAutofit fontScale="90000"/>
          </a:bodyPr>
          <a:lstStyle/>
          <a:p>
            <a:r>
              <a:rPr lang="en-IN" b="1" dirty="0">
                <a:solidFill>
                  <a:schemeClr val="accent1">
                    <a:lumMod val="75000"/>
                  </a:schemeClr>
                </a:solidFill>
                <a:latin typeface="Times New Roman" pitchFamily="18" charset="0"/>
                <a:cs typeface="Times New Roman" pitchFamily="18" charset="0"/>
              </a:rPr>
              <a:t>			</a:t>
            </a:r>
            <a:r>
              <a:rPr lang="en-IN" sz="3600" b="1" dirty="0">
                <a:solidFill>
                  <a:schemeClr val="accent1">
                    <a:lumMod val="75000"/>
                  </a:schemeClr>
                </a:solidFill>
                <a:latin typeface="Times New Roman" pitchFamily="18" charset="0"/>
                <a:cs typeface="Times New Roman" pitchFamily="18" charset="0"/>
              </a:rPr>
              <a:t>LITERATURE</a:t>
            </a:r>
            <a:r>
              <a:rPr lang="en-IN" sz="3600" b="1" dirty="0">
                <a:solidFill>
                  <a:schemeClr val="accent1"/>
                </a:solidFill>
                <a:latin typeface="Times New Roman" pitchFamily="18" charset="0"/>
                <a:cs typeface="Times New Roman" pitchFamily="18" charset="0"/>
              </a:rPr>
              <a:t> </a:t>
            </a:r>
            <a:r>
              <a:rPr lang="en-IN" sz="3600" b="1" dirty="0">
                <a:solidFill>
                  <a:schemeClr val="accent1">
                    <a:lumMod val="75000"/>
                  </a:schemeClr>
                </a:solidFill>
                <a:latin typeface="Times New Roman" pitchFamily="18" charset="0"/>
                <a:cs typeface="Times New Roman" pitchFamily="18" charset="0"/>
              </a:rPr>
              <a:t>SURVEY</a:t>
            </a:r>
            <a:br>
              <a:rPr lang="en-IN" b="1" dirty="0">
                <a:solidFill>
                  <a:schemeClr val="accent1">
                    <a:lumMod val="75000"/>
                  </a:schemeClr>
                </a:solidFill>
                <a:latin typeface="Times New Roman" pitchFamily="18" charset="0"/>
                <a:cs typeface="Times New Roman" pitchFamily="18" charset="0"/>
              </a:rPr>
            </a:br>
            <a:endParaRPr lang="en-IN" dirty="0"/>
          </a:p>
        </p:txBody>
      </p:sp>
      <p:graphicFrame>
        <p:nvGraphicFramePr>
          <p:cNvPr id="7" name="Content Placeholder 6">
            <a:extLst>
              <a:ext uri="{FF2B5EF4-FFF2-40B4-BE49-F238E27FC236}">
                <a16:creationId xmlns:a16="http://schemas.microsoft.com/office/drawing/2014/main" id="{C469062E-F1E1-46F7-C75C-73207611FB2A}"/>
              </a:ext>
            </a:extLst>
          </p:cNvPr>
          <p:cNvGraphicFramePr>
            <a:graphicFrameLocks noGrp="1"/>
          </p:cNvGraphicFramePr>
          <p:nvPr>
            <p:ph idx="1"/>
            <p:extLst>
              <p:ext uri="{D42A27DB-BD31-4B8C-83A1-F6EECF244321}">
                <p14:modId xmlns:p14="http://schemas.microsoft.com/office/powerpoint/2010/main" val="2865151211"/>
              </p:ext>
            </p:extLst>
          </p:nvPr>
        </p:nvGraphicFramePr>
        <p:xfrm>
          <a:off x="263352" y="796563"/>
          <a:ext cx="11665296" cy="5570756"/>
        </p:xfrm>
        <a:graphic>
          <a:graphicData uri="http://schemas.openxmlformats.org/drawingml/2006/table">
            <a:tbl>
              <a:tblPr firstRow="1" bandRow="1">
                <a:tableStyleId>{5C22544A-7EE6-4342-B048-85BDC9FD1C3A}</a:tableStyleId>
              </a:tblPr>
              <a:tblGrid>
                <a:gridCol w="432047">
                  <a:extLst>
                    <a:ext uri="{9D8B030D-6E8A-4147-A177-3AD203B41FA5}">
                      <a16:colId xmlns:a16="http://schemas.microsoft.com/office/drawing/2014/main" val="3952308022"/>
                    </a:ext>
                  </a:extLst>
                </a:gridCol>
                <a:gridCol w="1398136">
                  <a:extLst>
                    <a:ext uri="{9D8B030D-6E8A-4147-A177-3AD203B41FA5}">
                      <a16:colId xmlns:a16="http://schemas.microsoft.com/office/drawing/2014/main" val="1921228029"/>
                    </a:ext>
                  </a:extLst>
                </a:gridCol>
                <a:gridCol w="2160745">
                  <a:extLst>
                    <a:ext uri="{9D8B030D-6E8A-4147-A177-3AD203B41FA5}">
                      <a16:colId xmlns:a16="http://schemas.microsoft.com/office/drawing/2014/main" val="3509370719"/>
                    </a:ext>
                  </a:extLst>
                </a:gridCol>
                <a:gridCol w="3650914">
                  <a:extLst>
                    <a:ext uri="{9D8B030D-6E8A-4147-A177-3AD203B41FA5}">
                      <a16:colId xmlns:a16="http://schemas.microsoft.com/office/drawing/2014/main" val="2631812944"/>
                    </a:ext>
                  </a:extLst>
                </a:gridCol>
                <a:gridCol w="2048981">
                  <a:extLst>
                    <a:ext uri="{9D8B030D-6E8A-4147-A177-3AD203B41FA5}">
                      <a16:colId xmlns:a16="http://schemas.microsoft.com/office/drawing/2014/main" val="2184519296"/>
                    </a:ext>
                  </a:extLst>
                </a:gridCol>
                <a:gridCol w="1974473">
                  <a:extLst>
                    <a:ext uri="{9D8B030D-6E8A-4147-A177-3AD203B41FA5}">
                      <a16:colId xmlns:a16="http://schemas.microsoft.com/office/drawing/2014/main" val="164692408"/>
                    </a:ext>
                  </a:extLst>
                </a:gridCol>
              </a:tblGrid>
              <a:tr h="506571">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100" dirty="0" err="1">
                          <a:latin typeface="Times New Roman" panose="02020603050405020304" pitchFamily="18" charset="0"/>
                          <a:cs typeface="Times New Roman" panose="02020603050405020304" pitchFamily="18" charset="0"/>
                        </a:rPr>
                        <a:t>Sl</a:t>
                      </a:r>
                      <a:r>
                        <a:rPr lang="en-US" sz="1100" dirty="0">
                          <a:latin typeface="Times New Roman" panose="02020603050405020304" pitchFamily="18" charset="0"/>
                          <a:cs typeface="Times New Roman" panose="02020603050405020304" pitchFamily="18" charset="0"/>
                        </a:rPr>
                        <a:t> No</a:t>
                      </a:r>
                      <a:endParaRPr lang="en-IN" sz="1100" dirty="0">
                        <a:latin typeface="Times New Roman" panose="02020603050405020304" pitchFamily="18" charset="0"/>
                        <a:cs typeface="Times New Roman" panose="02020603050405020304" pitchFamily="18" charset="0"/>
                      </a:endParaRP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200" dirty="0">
                          <a:latin typeface="Times New Roman" panose="02020603050405020304" pitchFamily="18" charset="0"/>
                          <a:cs typeface="Times New Roman" panose="02020603050405020304" pitchFamily="18" charset="0"/>
                        </a:rPr>
                        <a:t>Authors</a:t>
                      </a:r>
                      <a:endParaRPr lang="en-IN" sz="1200" dirty="0">
                        <a:latin typeface="Times New Roman" panose="02020603050405020304" pitchFamily="18" charset="0"/>
                        <a:cs typeface="Times New Roman" panose="02020603050405020304" pitchFamily="18" charset="0"/>
                      </a:endParaRP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200" dirty="0">
                          <a:latin typeface="Times New Roman" panose="02020603050405020304" pitchFamily="18" charset="0"/>
                          <a:cs typeface="Times New Roman" panose="02020603050405020304" pitchFamily="18" charset="0"/>
                        </a:rPr>
                        <a:t>Title and Year of Publication</a:t>
                      </a:r>
                      <a:endParaRPr lang="en-IN" sz="1200" dirty="0">
                        <a:latin typeface="Times New Roman" panose="02020603050405020304" pitchFamily="18" charset="0"/>
                        <a:cs typeface="Times New Roman" panose="02020603050405020304" pitchFamily="18" charset="0"/>
                      </a:endParaRP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IN" sz="1200" dirty="0">
                          <a:latin typeface="Times New Roman" panose="02020603050405020304" pitchFamily="18" charset="0"/>
                          <a:cs typeface="Times New Roman" panose="02020603050405020304" pitchFamily="18" charset="0"/>
                        </a:rPr>
                        <a:t>Contents</a:t>
                      </a:r>
                    </a:p>
                  </a:txBody>
                  <a:tcPr/>
                </a:tc>
                <a:tc>
                  <a:txBody>
                    <a:bodyPr/>
                    <a:lstStyle/>
                    <a:p>
                      <a:pPr algn="ctr"/>
                      <a:r>
                        <a:rPr lang="en-US" sz="1200" dirty="0">
                          <a:latin typeface="Times New Roman" panose="02020603050405020304" pitchFamily="18" charset="0"/>
                          <a:cs typeface="Times New Roman" panose="02020603050405020304" pitchFamily="18" charset="0"/>
                        </a:rPr>
                        <a:t>Advantages</a:t>
                      </a:r>
                      <a:endParaRPr lang="en-IN" sz="1200" dirty="0">
                        <a:latin typeface="Times New Roman" panose="02020603050405020304" pitchFamily="18" charset="0"/>
                        <a:cs typeface="Times New Roman" panose="02020603050405020304" pitchFamily="18" charset="0"/>
                      </a:endParaRPr>
                    </a:p>
                  </a:txBody>
                  <a:tcPr/>
                </a:tc>
                <a:tc>
                  <a:txBody>
                    <a:bodyPr/>
                    <a:lstStyle/>
                    <a:p>
                      <a:pPr algn="ctr"/>
                      <a:r>
                        <a:rPr lang="en-US" sz="1200" dirty="0">
                          <a:latin typeface="Times New Roman" panose="02020603050405020304" pitchFamily="18" charset="0"/>
                          <a:cs typeface="Times New Roman" panose="02020603050405020304" pitchFamily="18" charset="0"/>
                        </a:rPr>
                        <a:t>Disadvantages</a:t>
                      </a:r>
                      <a:endParaRPr lang="en-IN" sz="1200"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1787166175"/>
                  </a:ext>
                </a:extLst>
              </a:tr>
              <a:tr h="1390273">
                <a:tc>
                  <a:txBody>
                    <a:bodyPr/>
                    <a:lstStyle/>
                    <a:p>
                      <a:pPr algn="ctr"/>
                      <a:r>
                        <a:rPr lang="en-US" sz="1100" dirty="0">
                          <a:latin typeface="Times New Roman" panose="02020603050405020304" pitchFamily="18" charset="0"/>
                          <a:cs typeface="Times New Roman" panose="02020603050405020304" pitchFamily="18" charset="0"/>
                        </a:rPr>
                        <a:t>4.</a:t>
                      </a:r>
                      <a:endParaRPr lang="en-IN" sz="1100" dirty="0">
                        <a:latin typeface="Times New Roman" panose="02020603050405020304" pitchFamily="18" charset="0"/>
                        <a:cs typeface="Times New Roman" panose="02020603050405020304" pitchFamily="18" charset="0"/>
                      </a:endParaRPr>
                    </a:p>
                  </a:txBody>
                  <a:tcPr/>
                </a:tc>
                <a:tc>
                  <a:txBody>
                    <a:bodyPr/>
                    <a:lstStyle/>
                    <a:p>
                      <a:pPr algn="ctr"/>
                      <a:r>
                        <a:rPr lang="en-IN" sz="1100" dirty="0">
                          <a:latin typeface="Times New Roman" panose="02020603050405020304" pitchFamily="18" charset="0"/>
                          <a:cs typeface="Times New Roman" panose="02020603050405020304" pitchFamily="18" charset="0"/>
                        </a:rPr>
                        <a:t>Waqar Riaz, Abdullah Azeem, Gao  </a:t>
                      </a:r>
                      <a:r>
                        <a:rPr lang="en-IN" sz="1100" dirty="0" err="1">
                          <a:latin typeface="Times New Roman" panose="02020603050405020304" pitchFamily="18" charset="0"/>
                          <a:cs typeface="Times New Roman" panose="02020603050405020304" pitchFamily="18" charset="0"/>
                        </a:rPr>
                        <a:t>Chenqiang</a:t>
                      </a:r>
                      <a:r>
                        <a:rPr lang="en-IN" sz="1100" dirty="0">
                          <a:latin typeface="Times New Roman" panose="02020603050405020304" pitchFamily="18" charset="0"/>
                          <a:cs typeface="Times New Roman" panose="02020603050405020304" pitchFamily="18" charset="0"/>
                        </a:rPr>
                        <a:t>, Zhou Yuxi, Saifullah, Waqas Khalid</a:t>
                      </a:r>
                    </a:p>
                  </a:txBody>
                  <a:tcPr/>
                </a:tc>
                <a:tc>
                  <a:txBody>
                    <a:bodyPr/>
                    <a:lstStyle/>
                    <a:p>
                      <a:pPr algn="ctr"/>
                      <a:r>
                        <a:rPr lang="en-US" sz="1100" dirty="0">
                          <a:latin typeface="Times New Roman" panose="02020603050405020304" pitchFamily="18" charset="0"/>
                          <a:cs typeface="Times New Roman" panose="02020603050405020304" pitchFamily="18" charset="0"/>
                        </a:rPr>
                        <a:t>YOLO-Based Recognition Method for Automatic License Plate Recognition - 2020</a:t>
                      </a:r>
                      <a:endParaRPr lang="en-IN" sz="1100" dirty="0">
                        <a:latin typeface="Times New Roman" panose="02020603050405020304" pitchFamily="18" charset="0"/>
                        <a:cs typeface="Times New Roman" panose="02020603050405020304" pitchFamily="18" charset="0"/>
                      </a:endParaRPr>
                    </a:p>
                  </a:txBody>
                  <a:tcPr/>
                </a:tc>
                <a:tc>
                  <a:txBody>
                    <a:bodyPr/>
                    <a:lstStyle/>
                    <a:p>
                      <a:pPr algn="ctr"/>
                      <a:r>
                        <a:rPr lang="en-US" sz="1100" dirty="0">
                          <a:latin typeface="Times New Roman" panose="02020603050405020304" pitchFamily="18" charset="0"/>
                          <a:cs typeface="Times New Roman" panose="02020603050405020304" pitchFamily="18" charset="0"/>
                        </a:rPr>
                        <a:t>A new approach to automatic license plate recognition (ALPR) using a multi-task learning strategy. The proposed method uses the YOLOv3 model for license plate recognition and the CRNN model for classification. The authors used the AOLP (Application oriented License Plate) dataset for their experiments and report that their method outperformed Sighthound and Open ALPR by 9% and 4.9%, respectively.</a:t>
                      </a:r>
                      <a:endParaRPr lang="en-IN" sz="1100" dirty="0">
                        <a:latin typeface="Times New Roman" panose="02020603050405020304" pitchFamily="18" charset="0"/>
                        <a:cs typeface="Times New Roman" panose="02020603050405020304" pitchFamily="18" charset="0"/>
                      </a:endParaRPr>
                    </a:p>
                  </a:txBody>
                  <a:tcPr/>
                </a:tc>
                <a:tc>
                  <a:txBody>
                    <a:bodyPr/>
                    <a:lstStyle/>
                    <a:p>
                      <a:pPr marL="285750" indent="-285750">
                        <a:buFont typeface="Arial" panose="020B0604020202020204" pitchFamily="34" charset="0"/>
                        <a:buChar char="•"/>
                      </a:pPr>
                      <a:r>
                        <a:rPr lang="en-US" sz="1100" dirty="0">
                          <a:latin typeface="Times New Roman" panose="02020603050405020304" pitchFamily="18" charset="0"/>
                          <a:cs typeface="Times New Roman" panose="02020603050405020304" pitchFamily="18" charset="0"/>
                        </a:rPr>
                        <a:t>Outperforms existing methods (Sighthound by 9%, Open ALPR by 4.9%)</a:t>
                      </a:r>
                    </a:p>
                    <a:p>
                      <a:pPr marL="285750" indent="-285750">
                        <a:buFont typeface="Arial" panose="020B0604020202020204" pitchFamily="34" charset="0"/>
                        <a:buChar char="•"/>
                      </a:pPr>
                      <a:r>
                        <a:rPr lang="en-US" sz="1100" dirty="0">
                          <a:latin typeface="Times New Roman" panose="02020603050405020304" pitchFamily="18" charset="0"/>
                          <a:cs typeface="Times New Roman" panose="02020603050405020304" pitchFamily="18" charset="0"/>
                        </a:rPr>
                        <a:t>Multi-task learning integrates detection</a:t>
                      </a:r>
                    </a:p>
                    <a:p>
                      <a:pPr marL="285750" indent="-285750">
                        <a:buFont typeface="Arial" panose="020B0604020202020204" pitchFamily="34" charset="0"/>
                        <a:buChar char="•"/>
                      </a:pPr>
                      <a:r>
                        <a:rPr lang="en-US" sz="1100" dirty="0">
                          <a:latin typeface="Times New Roman" panose="02020603050405020304" pitchFamily="18" charset="0"/>
                          <a:cs typeface="Times New Roman" panose="02020603050405020304" pitchFamily="18" charset="0"/>
                        </a:rPr>
                        <a:t>Uses YOLOv3 and CRNN for high accuracy</a:t>
                      </a:r>
                      <a:endParaRPr lang="en-IN" sz="1100" dirty="0">
                        <a:latin typeface="Times New Roman" panose="02020603050405020304" pitchFamily="18" charset="0"/>
                        <a:cs typeface="Times New Roman" panose="02020603050405020304" pitchFamily="18" charset="0"/>
                      </a:endParaRPr>
                    </a:p>
                  </a:txBody>
                  <a:tcPr/>
                </a:tc>
                <a:tc>
                  <a:txBody>
                    <a:bodyPr/>
                    <a:lstStyle/>
                    <a:p>
                      <a:pPr marL="285750" indent="-285750">
                        <a:buFont typeface="Arial" panose="020B0604020202020204" pitchFamily="34" charset="0"/>
                        <a:buChar char="•"/>
                      </a:pPr>
                      <a:r>
                        <a:rPr lang="en-US" sz="1100" dirty="0">
                          <a:latin typeface="Times New Roman" panose="02020603050405020304" pitchFamily="18" charset="0"/>
                          <a:cs typeface="Times New Roman" panose="02020603050405020304" pitchFamily="18" charset="0"/>
                        </a:rPr>
                        <a:t>Dependent on the quality of the AOLP dataset</a:t>
                      </a:r>
                    </a:p>
                    <a:p>
                      <a:pPr marL="285750" indent="-285750">
                        <a:buFont typeface="Arial" panose="020B0604020202020204" pitchFamily="34" charset="0"/>
                        <a:buChar char="•"/>
                      </a:pPr>
                      <a:r>
                        <a:rPr lang="en-US" sz="1100" dirty="0">
                          <a:latin typeface="Times New Roman" panose="02020603050405020304" pitchFamily="18" charset="0"/>
                          <a:cs typeface="Times New Roman" panose="02020603050405020304" pitchFamily="18" charset="0"/>
                        </a:rPr>
                        <a:t>High computational requirements</a:t>
                      </a:r>
                    </a:p>
                    <a:p>
                      <a:pPr marL="285750" indent="-285750">
                        <a:buFont typeface="Arial" panose="020B0604020202020204" pitchFamily="34" charset="0"/>
                        <a:buChar char="•"/>
                      </a:pPr>
                      <a:r>
                        <a:rPr lang="en-US" sz="1100" dirty="0">
                          <a:latin typeface="Times New Roman" panose="02020603050405020304" pitchFamily="18" charset="0"/>
                          <a:cs typeface="Times New Roman" panose="02020603050405020304" pitchFamily="18" charset="0"/>
                        </a:rPr>
                        <a:t>Potential issues with non-standard or damaged plates</a:t>
                      </a:r>
                      <a:endParaRPr lang="en-IN" sz="1100"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3910839255"/>
                  </a:ext>
                </a:extLst>
              </a:tr>
              <a:tr h="1756872">
                <a:tc>
                  <a:txBody>
                    <a:bodyPr/>
                    <a:lstStyle/>
                    <a:p>
                      <a:pPr algn="ctr"/>
                      <a:r>
                        <a:rPr lang="en-US" sz="1100" dirty="0">
                          <a:latin typeface="Times New Roman" panose="02020603050405020304" pitchFamily="18" charset="0"/>
                          <a:cs typeface="Times New Roman" panose="02020603050405020304" pitchFamily="18" charset="0"/>
                        </a:rPr>
                        <a:t>5.</a:t>
                      </a:r>
                      <a:endParaRPr lang="en-IN" sz="1100" dirty="0">
                        <a:latin typeface="Times New Roman" panose="02020603050405020304" pitchFamily="18" charset="0"/>
                        <a:cs typeface="Times New Roman" panose="02020603050405020304" pitchFamily="18" charset="0"/>
                      </a:endParaRPr>
                    </a:p>
                  </a:txBody>
                  <a:tcPr/>
                </a:tc>
                <a:tc>
                  <a:txBody>
                    <a:bodyPr/>
                    <a:lstStyle/>
                    <a:p>
                      <a:pPr algn="ctr"/>
                      <a:r>
                        <a:rPr lang="en-IN" sz="1100" dirty="0">
                          <a:latin typeface="Times New Roman" panose="02020603050405020304" pitchFamily="18" charset="0"/>
                          <a:cs typeface="Times New Roman" panose="02020603050405020304" pitchFamily="18" charset="0"/>
                        </a:rPr>
                        <a:t>M Keerthana, R </a:t>
                      </a:r>
                      <a:r>
                        <a:rPr lang="en-IN" sz="1100" dirty="0" err="1">
                          <a:latin typeface="Times New Roman" panose="02020603050405020304" pitchFamily="18" charset="0"/>
                          <a:cs typeface="Times New Roman" panose="02020603050405020304" pitchFamily="18" charset="0"/>
                        </a:rPr>
                        <a:t>Roshitha</a:t>
                      </a:r>
                      <a:r>
                        <a:rPr lang="en-IN" sz="1100" dirty="0">
                          <a:latin typeface="Times New Roman" panose="02020603050405020304" pitchFamily="18" charset="0"/>
                          <a:cs typeface="Times New Roman" panose="02020603050405020304" pitchFamily="18" charset="0"/>
                        </a:rPr>
                        <a:t> </a:t>
                      </a:r>
                      <a:r>
                        <a:rPr lang="en-IN" sz="1100" dirty="0" err="1">
                          <a:latin typeface="Times New Roman" panose="02020603050405020304" pitchFamily="18" charset="0"/>
                          <a:cs typeface="Times New Roman" panose="02020603050405020304" pitchFamily="18" charset="0"/>
                        </a:rPr>
                        <a:t>Akhileswari</a:t>
                      </a:r>
                      <a:r>
                        <a:rPr lang="en-IN" sz="1100" dirty="0">
                          <a:latin typeface="Times New Roman" panose="02020603050405020304" pitchFamily="18" charset="0"/>
                          <a:cs typeface="Times New Roman" panose="02020603050405020304" pitchFamily="18" charset="0"/>
                        </a:rPr>
                        <a:t>, I Surya, K Venkata </a:t>
                      </a:r>
                      <a:r>
                        <a:rPr lang="en-IN" sz="1100" dirty="0" err="1">
                          <a:latin typeface="Times New Roman" panose="02020603050405020304" pitchFamily="18" charset="0"/>
                          <a:cs typeface="Times New Roman" panose="02020603050405020304" pitchFamily="18" charset="0"/>
                        </a:rPr>
                        <a:t>Adharsh</a:t>
                      </a:r>
                      <a:r>
                        <a:rPr lang="en-IN" sz="1100" dirty="0">
                          <a:latin typeface="Times New Roman" panose="02020603050405020304" pitchFamily="18" charset="0"/>
                          <a:cs typeface="Times New Roman" panose="02020603050405020304" pitchFamily="18" charset="0"/>
                        </a:rPr>
                        <a:t>, D Satya Prasad</a:t>
                      </a:r>
                    </a:p>
                  </a:txBody>
                  <a:tcPr/>
                </a:tc>
                <a:tc>
                  <a:txBody>
                    <a:bodyPr/>
                    <a:lstStyle/>
                    <a:p>
                      <a:pPr algn="ctr"/>
                      <a:r>
                        <a:rPr lang="en-US" sz="1100" dirty="0">
                          <a:latin typeface="Times New Roman" panose="02020603050405020304" pitchFamily="18" charset="0"/>
                          <a:cs typeface="Times New Roman" panose="02020603050405020304" pitchFamily="18" charset="0"/>
                        </a:rPr>
                        <a:t>Fake and Stolen Number Plate Detection- 2023</a:t>
                      </a:r>
                      <a:endParaRPr lang="en-IN" sz="1100" dirty="0">
                        <a:latin typeface="Times New Roman" panose="02020603050405020304" pitchFamily="18" charset="0"/>
                        <a:cs typeface="Times New Roman" panose="02020603050405020304" pitchFamily="18" charset="0"/>
                      </a:endParaRPr>
                    </a:p>
                  </a:txBody>
                  <a:tcPr/>
                </a:tc>
                <a:tc>
                  <a:txBody>
                    <a:bodyPr/>
                    <a:lstStyle/>
                    <a:p>
                      <a:pPr algn="ctr"/>
                      <a:r>
                        <a:rPr lang="en-US" sz="1100" dirty="0">
                          <a:latin typeface="Times New Roman" panose="02020603050405020304" pitchFamily="18" charset="0"/>
                          <a:cs typeface="Times New Roman" panose="02020603050405020304" pitchFamily="18" charset="0"/>
                        </a:rPr>
                        <a:t>The proposed system automates the detection of unauthorized vehicle number plates, including fake, modified, and stolen plates. This system employs optical character recognition (OCR), machine learning, and image processing to expedite recovery. The study highlights the urgent need for automated systems in traffic management and law enforcement.</a:t>
                      </a:r>
                      <a:endParaRPr lang="en-IN" sz="1100" dirty="0">
                        <a:latin typeface="Times New Roman" panose="02020603050405020304" pitchFamily="18" charset="0"/>
                        <a:cs typeface="Times New Roman" panose="02020603050405020304" pitchFamily="18" charset="0"/>
                      </a:endParaRPr>
                    </a:p>
                  </a:txBody>
                  <a:tcPr/>
                </a:tc>
                <a:tc>
                  <a:txBody>
                    <a:bodyPr/>
                    <a:lstStyle/>
                    <a:p>
                      <a:pPr marL="285750" indent="-285750">
                        <a:buFont typeface="Arial" panose="020B0604020202020204" pitchFamily="34" charset="0"/>
                        <a:buChar char="•"/>
                      </a:pPr>
                      <a:r>
                        <a:rPr lang="en-US" sz="1100" dirty="0">
                          <a:latin typeface="Times New Roman" panose="02020603050405020304" pitchFamily="18" charset="0"/>
                          <a:cs typeface="Times New Roman" panose="02020603050405020304" pitchFamily="18" charset="0"/>
                        </a:rPr>
                        <a:t>Automates detection of unauthorized, fake, or stolen vehicle plates</a:t>
                      </a:r>
                    </a:p>
                    <a:p>
                      <a:pPr marL="285750" indent="-285750">
                        <a:buFont typeface="Arial" panose="020B0604020202020204" pitchFamily="34" charset="0"/>
                        <a:buChar char="•"/>
                      </a:pPr>
                      <a:r>
                        <a:rPr lang="en-US" sz="1100" dirty="0">
                          <a:latin typeface="Times New Roman" panose="02020603050405020304" pitchFamily="18" charset="0"/>
                          <a:cs typeface="Times New Roman" panose="02020603050405020304" pitchFamily="18" charset="0"/>
                        </a:rPr>
                        <a:t>Speeds up stolen vehicle recovery compared to manual searches</a:t>
                      </a:r>
                    </a:p>
                    <a:p>
                      <a:pPr marL="285750" indent="-285750">
                        <a:buFont typeface="Arial" panose="020B0604020202020204" pitchFamily="34" charset="0"/>
                        <a:buChar char="•"/>
                      </a:pPr>
                      <a:r>
                        <a:rPr lang="en-US" sz="1100" dirty="0">
                          <a:latin typeface="Times New Roman" panose="02020603050405020304" pitchFamily="18" charset="0"/>
                          <a:cs typeface="Times New Roman" panose="02020603050405020304" pitchFamily="18" charset="0"/>
                        </a:rPr>
                        <a:t>Enhances public safety by preventing fraud and improving traffic enforcement</a:t>
                      </a:r>
                      <a:endParaRPr lang="en-IN" sz="1100" dirty="0">
                        <a:latin typeface="Times New Roman" panose="02020603050405020304" pitchFamily="18" charset="0"/>
                        <a:cs typeface="Times New Roman" panose="02020603050405020304" pitchFamily="18" charset="0"/>
                      </a:endParaRPr>
                    </a:p>
                  </a:txBody>
                  <a:tcPr/>
                </a:tc>
                <a:tc>
                  <a:txBody>
                    <a:bodyPr/>
                    <a:lstStyle/>
                    <a:p>
                      <a:pPr marL="171450" indent="-171450">
                        <a:buFont typeface="Arial" panose="020B0604020202020204" pitchFamily="34" charset="0"/>
                        <a:buChar char="•"/>
                      </a:pPr>
                      <a:r>
                        <a:rPr lang="en-US" sz="1100" dirty="0">
                          <a:latin typeface="Times New Roman" panose="02020603050405020304" pitchFamily="18" charset="0"/>
                          <a:cs typeface="Times New Roman" panose="02020603050405020304" pitchFamily="18" charset="0"/>
                        </a:rPr>
                        <a:t>Relies on the quality of OCR and image processing techniques</a:t>
                      </a:r>
                    </a:p>
                    <a:p>
                      <a:pPr marL="171450" indent="-171450">
                        <a:buFont typeface="Arial" panose="020B0604020202020204" pitchFamily="34" charset="0"/>
                        <a:buChar char="•"/>
                      </a:pPr>
                      <a:r>
                        <a:rPr lang="en-US" sz="1100" dirty="0">
                          <a:latin typeface="Times New Roman" panose="02020603050405020304" pitchFamily="18" charset="0"/>
                          <a:cs typeface="Times New Roman" panose="02020603050405020304" pitchFamily="18" charset="0"/>
                        </a:rPr>
                        <a:t>May face challenges in low-light or poor weather conditions</a:t>
                      </a:r>
                    </a:p>
                    <a:p>
                      <a:pPr marL="171450" indent="-171450">
                        <a:buFont typeface="Arial" panose="020B0604020202020204" pitchFamily="34" charset="0"/>
                        <a:buChar char="•"/>
                      </a:pPr>
                      <a:r>
                        <a:rPr lang="en-US" sz="1100" dirty="0">
                          <a:latin typeface="Times New Roman" panose="02020603050405020304" pitchFamily="18" charset="0"/>
                          <a:cs typeface="Times New Roman" panose="02020603050405020304" pitchFamily="18" charset="0"/>
                        </a:rPr>
                        <a:t>High setup costs for implementing advanced technologies in traffic management</a:t>
                      </a:r>
                      <a:endParaRPr lang="en-IN" sz="1100"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352721880"/>
                  </a:ext>
                </a:extLst>
              </a:tr>
              <a:tr h="1906072">
                <a:tc>
                  <a:txBody>
                    <a:bodyPr/>
                    <a:lstStyle/>
                    <a:p>
                      <a:pPr algn="ctr"/>
                      <a:r>
                        <a:rPr lang="en-US" sz="1100" dirty="0">
                          <a:latin typeface="Times New Roman" panose="02020603050405020304" pitchFamily="18" charset="0"/>
                          <a:cs typeface="Times New Roman" panose="02020603050405020304" pitchFamily="18" charset="0"/>
                        </a:rPr>
                        <a:t>6.</a:t>
                      </a:r>
                      <a:endParaRPr lang="en-IN" sz="1100" dirty="0">
                        <a:latin typeface="Times New Roman" panose="02020603050405020304" pitchFamily="18" charset="0"/>
                        <a:cs typeface="Times New Roman" panose="02020603050405020304" pitchFamily="18" charset="0"/>
                      </a:endParaRPr>
                    </a:p>
                  </a:txBody>
                  <a:tcPr/>
                </a:tc>
                <a:tc>
                  <a:txBody>
                    <a:bodyPr/>
                    <a:lstStyle/>
                    <a:p>
                      <a:pPr algn="ctr"/>
                      <a:r>
                        <a:rPr lang="en-US" sz="1100" dirty="0" err="1">
                          <a:latin typeface="Times New Roman" panose="02020603050405020304" pitchFamily="18" charset="0"/>
                          <a:cs typeface="Times New Roman" panose="02020603050405020304" pitchFamily="18" charset="0"/>
                        </a:rPr>
                        <a:t>Ruchita</a:t>
                      </a:r>
                      <a:r>
                        <a:rPr lang="en-US" sz="1100" dirty="0">
                          <a:latin typeface="Times New Roman" panose="02020603050405020304" pitchFamily="18" charset="0"/>
                          <a:cs typeface="Times New Roman" panose="02020603050405020304" pitchFamily="18" charset="0"/>
                        </a:rPr>
                        <a:t> V. Patel, Asst. Prof. Saket J. </a:t>
                      </a:r>
                      <a:r>
                        <a:rPr lang="en-US" sz="1100" dirty="0" err="1">
                          <a:latin typeface="Times New Roman" panose="02020603050405020304" pitchFamily="18" charset="0"/>
                          <a:cs typeface="Times New Roman" panose="02020603050405020304" pitchFamily="18" charset="0"/>
                        </a:rPr>
                        <a:t>Swarndeep</a:t>
                      </a:r>
                      <a:endParaRPr lang="en-IN" sz="1100" dirty="0">
                        <a:latin typeface="Times New Roman" panose="02020603050405020304" pitchFamily="18" charset="0"/>
                        <a:cs typeface="Times New Roman" panose="02020603050405020304" pitchFamily="18" charset="0"/>
                      </a:endParaRPr>
                    </a:p>
                  </a:txBody>
                  <a:tcPr/>
                </a:tc>
                <a:tc>
                  <a:txBody>
                    <a:bodyPr/>
                    <a:lstStyle/>
                    <a:p>
                      <a:pPr algn="ctr"/>
                      <a:r>
                        <a:rPr lang="en-US" sz="1100" dirty="0">
                          <a:latin typeface="Times New Roman" panose="02020603050405020304" pitchFamily="18" charset="0"/>
                          <a:cs typeface="Times New Roman" panose="02020603050405020304" pitchFamily="18" charset="0"/>
                        </a:rPr>
                        <a:t>Literature Survey on Vehicle Recognition for Augmented Reality Using Android Smart Phones -  2020</a:t>
                      </a:r>
                      <a:endParaRPr lang="en-IN" sz="1100" dirty="0">
                        <a:latin typeface="Times New Roman" panose="02020603050405020304" pitchFamily="18" charset="0"/>
                        <a:cs typeface="Times New Roman" panose="02020603050405020304" pitchFamily="18" charset="0"/>
                      </a:endParaRPr>
                    </a:p>
                  </a:txBody>
                  <a:tcPr/>
                </a:tc>
                <a:tc>
                  <a:txBody>
                    <a:bodyPr/>
                    <a:lstStyle/>
                    <a:p>
                      <a:pPr algn="ctr"/>
                      <a:r>
                        <a:rPr lang="en-US" sz="1100" dirty="0">
                          <a:latin typeface="Times New Roman" panose="02020603050405020304" pitchFamily="18" charset="0"/>
                          <a:cs typeface="Times New Roman" panose="02020603050405020304" pitchFamily="18" charset="0"/>
                        </a:rPr>
                        <a:t>This paper discusses an application that integrates Optical Character Recognition (OCR) with Augmented Reality (AR) using Android smartphones to extract vehicle number plates. The process involves detecting and segmenting the number plate, normalizing characters, and recognizing them through template matching to produce encoded text. The aim is to enhance user experience and efficiency in recognizing vehicle plates in real-time. </a:t>
                      </a:r>
                      <a:endParaRPr lang="en-IN" sz="1100" dirty="0">
                        <a:latin typeface="Times New Roman" panose="02020603050405020304" pitchFamily="18" charset="0"/>
                        <a:cs typeface="Times New Roman" panose="02020603050405020304" pitchFamily="18" charset="0"/>
                      </a:endParaRPr>
                    </a:p>
                  </a:txBody>
                  <a:tcPr/>
                </a:tc>
                <a:tc>
                  <a:txBody>
                    <a:bodyPr/>
                    <a:lstStyle/>
                    <a:p>
                      <a:pPr marL="285750" indent="-285750">
                        <a:buFont typeface="Arial" panose="020B0604020202020204" pitchFamily="34" charset="0"/>
                        <a:buChar char="•"/>
                      </a:pPr>
                      <a:r>
                        <a:rPr lang="en-US" sz="1100" dirty="0">
                          <a:latin typeface="Times New Roman" panose="02020603050405020304" pitchFamily="18" charset="0"/>
                          <a:cs typeface="Times New Roman" panose="02020603050405020304" pitchFamily="18" charset="0"/>
                        </a:rPr>
                        <a:t>Real-time vehicle plate recognition with OCR and AR</a:t>
                      </a:r>
                    </a:p>
                    <a:p>
                      <a:pPr marL="285750" indent="-285750">
                        <a:buFont typeface="Arial" panose="020B0604020202020204" pitchFamily="34" charset="0"/>
                        <a:buChar char="•"/>
                      </a:pPr>
                      <a:r>
                        <a:rPr lang="en-US" sz="1100" dirty="0">
                          <a:latin typeface="Times New Roman" panose="02020603050405020304" pitchFamily="18" charset="0"/>
                          <a:cs typeface="Times New Roman" panose="02020603050405020304" pitchFamily="18" charset="0"/>
                        </a:rPr>
                        <a:t>Enhanced user experience and efficiency</a:t>
                      </a:r>
                    </a:p>
                    <a:p>
                      <a:pPr marL="285750" indent="-285750">
                        <a:buFont typeface="Arial" panose="020B0604020202020204" pitchFamily="34" charset="0"/>
                        <a:buChar char="•"/>
                      </a:pPr>
                      <a:r>
                        <a:rPr lang="en-US" sz="1100" dirty="0">
                          <a:latin typeface="Times New Roman" panose="02020603050405020304" pitchFamily="18" charset="0"/>
                          <a:cs typeface="Times New Roman" panose="02020603050405020304" pitchFamily="18" charset="0"/>
                        </a:rPr>
                        <a:t>Versatile applications in toll, parking, and security zones</a:t>
                      </a:r>
                      <a:endParaRPr lang="en-IN" sz="1100" dirty="0">
                        <a:latin typeface="Times New Roman" panose="02020603050405020304" pitchFamily="18" charset="0"/>
                        <a:cs typeface="Times New Roman" panose="02020603050405020304" pitchFamily="18" charset="0"/>
                      </a:endParaRPr>
                    </a:p>
                  </a:txBody>
                  <a:tcPr/>
                </a:tc>
                <a:tc>
                  <a:txBody>
                    <a:bodyPr/>
                    <a:lstStyle/>
                    <a:p>
                      <a:pPr marL="171450" indent="-171450">
                        <a:buFont typeface="Arial" panose="020B0604020202020204" pitchFamily="34" charset="0"/>
                        <a:buChar char="•"/>
                      </a:pPr>
                      <a:r>
                        <a:rPr lang="en-US" sz="1100" dirty="0">
                          <a:latin typeface="Times New Roman" panose="02020603050405020304" pitchFamily="18" charset="0"/>
                          <a:cs typeface="Times New Roman" panose="02020603050405020304" pitchFamily="18" charset="0"/>
                        </a:rPr>
                        <a:t>Dependent on smartphone camera quality</a:t>
                      </a:r>
                    </a:p>
                    <a:p>
                      <a:pPr marL="171450" indent="-171450">
                        <a:buFont typeface="Arial" panose="020B0604020202020204" pitchFamily="34" charset="0"/>
                        <a:buChar char="•"/>
                      </a:pPr>
                      <a:r>
                        <a:rPr lang="en-US" sz="1100" dirty="0">
                          <a:latin typeface="Times New Roman" panose="02020603050405020304" pitchFamily="18" charset="0"/>
                          <a:cs typeface="Times New Roman" panose="02020603050405020304" pitchFamily="18" charset="0"/>
                        </a:rPr>
                        <a:t>Issues with damaged or non-standard plates</a:t>
                      </a:r>
                    </a:p>
                    <a:p>
                      <a:pPr marL="171450" indent="-171450">
                        <a:buFont typeface="Arial" panose="020B0604020202020204" pitchFamily="34" charset="0"/>
                        <a:buChar char="•"/>
                      </a:pPr>
                      <a:r>
                        <a:rPr lang="en-US" sz="1100" dirty="0">
                          <a:latin typeface="Times New Roman" panose="02020603050405020304" pitchFamily="18" charset="0"/>
                          <a:cs typeface="Times New Roman" panose="02020603050405020304" pitchFamily="18" charset="0"/>
                        </a:rPr>
                        <a:t>Limited by smartphone processing power</a:t>
                      </a:r>
                      <a:endParaRPr lang="en-IN" sz="1100"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4046554529"/>
                  </a:ext>
                </a:extLst>
              </a:tr>
            </a:tbl>
          </a:graphicData>
        </a:graphic>
      </p:graphicFrame>
      <p:sp>
        <p:nvSpPr>
          <p:cNvPr id="4" name="Date Placeholder 3">
            <a:extLst>
              <a:ext uri="{FF2B5EF4-FFF2-40B4-BE49-F238E27FC236}">
                <a16:creationId xmlns:a16="http://schemas.microsoft.com/office/drawing/2014/main" id="{7FB07FAD-6E10-25E4-0A44-5E973F27020E}"/>
              </a:ext>
            </a:extLst>
          </p:cNvPr>
          <p:cNvSpPr>
            <a:spLocks noGrp="1"/>
          </p:cNvSpPr>
          <p:nvPr>
            <p:ph type="dt" sz="half" idx="10"/>
          </p:nvPr>
        </p:nvSpPr>
        <p:spPr/>
        <p:txBody>
          <a:bodyPr/>
          <a:lstStyle/>
          <a:p>
            <a:r>
              <a:rPr lang="en-US"/>
              <a:t>VII Semester, Department of ISE, RNSIT</a:t>
            </a:r>
            <a:endParaRPr lang="en-US" dirty="0"/>
          </a:p>
        </p:txBody>
      </p:sp>
      <p:sp>
        <p:nvSpPr>
          <p:cNvPr id="5" name="Footer Placeholder 4">
            <a:extLst>
              <a:ext uri="{FF2B5EF4-FFF2-40B4-BE49-F238E27FC236}">
                <a16:creationId xmlns:a16="http://schemas.microsoft.com/office/drawing/2014/main" id="{BD37FC79-7394-E73D-1194-FC3C024CBEA2}"/>
              </a:ext>
            </a:extLst>
          </p:cNvPr>
          <p:cNvSpPr>
            <a:spLocks noGrp="1"/>
          </p:cNvSpPr>
          <p:nvPr>
            <p:ph type="ftr" sz="quarter" idx="11"/>
          </p:nvPr>
        </p:nvSpPr>
        <p:spPr/>
        <p:txBody>
          <a:bodyPr/>
          <a:lstStyle/>
          <a:p>
            <a:r>
              <a:rPr lang="en-US"/>
              <a:t>2024 - 2025</a:t>
            </a:r>
            <a:endParaRPr lang="en-US" dirty="0"/>
          </a:p>
        </p:txBody>
      </p:sp>
      <p:sp>
        <p:nvSpPr>
          <p:cNvPr id="6" name="Slide Number Placeholder 5">
            <a:extLst>
              <a:ext uri="{FF2B5EF4-FFF2-40B4-BE49-F238E27FC236}">
                <a16:creationId xmlns:a16="http://schemas.microsoft.com/office/drawing/2014/main" id="{FE910D04-BD67-6217-2AC9-6DB4ECC25BCA}"/>
              </a:ext>
            </a:extLst>
          </p:cNvPr>
          <p:cNvSpPr>
            <a:spLocks noGrp="1"/>
          </p:cNvSpPr>
          <p:nvPr>
            <p:ph type="sldNum" sz="quarter" idx="12"/>
          </p:nvPr>
        </p:nvSpPr>
        <p:spPr/>
        <p:txBody>
          <a:bodyPr/>
          <a:lstStyle/>
          <a:p>
            <a:fld id="{5B4F5413-E548-45A8-B9DD-11B71454D5CA}" type="slidenum">
              <a:rPr lang="en-US" smtClean="0"/>
              <a:pPr/>
              <a:t>8</a:t>
            </a:fld>
            <a:endParaRPr lang="en-US" dirty="0"/>
          </a:p>
        </p:txBody>
      </p:sp>
    </p:spTree>
    <p:extLst>
      <p:ext uri="{BB962C8B-B14F-4D97-AF65-F5344CB8AC3E}">
        <p14:creationId xmlns:p14="http://schemas.microsoft.com/office/powerpoint/2010/main" val="75981802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67FD390-0BFD-4D89-0583-53DB07170CAB}"/>
              </a:ext>
            </a:extLst>
          </p:cNvPr>
          <p:cNvSpPr>
            <a:spLocks noGrp="1"/>
          </p:cNvSpPr>
          <p:nvPr>
            <p:ph type="title"/>
          </p:nvPr>
        </p:nvSpPr>
        <p:spPr>
          <a:xfrm>
            <a:off x="838200" y="365126"/>
            <a:ext cx="10515600" cy="543594"/>
          </a:xfrm>
        </p:spPr>
        <p:txBody>
          <a:bodyPr>
            <a:normAutofit/>
          </a:bodyPr>
          <a:lstStyle/>
          <a:p>
            <a:pPr algn="ctr"/>
            <a:r>
              <a:rPr lang="en-IN" sz="2800" b="1" dirty="0">
                <a:solidFill>
                  <a:schemeClr val="accent1">
                    <a:lumMod val="75000"/>
                  </a:schemeClr>
                </a:solidFill>
                <a:latin typeface="Times New Roman" pitchFamily="18" charset="0"/>
                <a:cs typeface="Times New Roman" pitchFamily="18" charset="0"/>
              </a:rPr>
              <a:t>LITERATURE</a:t>
            </a:r>
            <a:r>
              <a:rPr lang="en-IN" sz="2800" b="1" dirty="0">
                <a:solidFill>
                  <a:schemeClr val="accent1"/>
                </a:solidFill>
                <a:latin typeface="Times New Roman" pitchFamily="18" charset="0"/>
                <a:cs typeface="Times New Roman" pitchFamily="18" charset="0"/>
              </a:rPr>
              <a:t> </a:t>
            </a:r>
            <a:r>
              <a:rPr lang="en-IN" sz="2800" b="1" dirty="0">
                <a:solidFill>
                  <a:schemeClr val="accent1">
                    <a:lumMod val="75000"/>
                  </a:schemeClr>
                </a:solidFill>
                <a:latin typeface="Times New Roman" pitchFamily="18" charset="0"/>
                <a:cs typeface="Times New Roman" pitchFamily="18" charset="0"/>
              </a:rPr>
              <a:t>SURVEY</a:t>
            </a:r>
            <a:endParaRPr lang="en-IN" sz="2800" dirty="0"/>
          </a:p>
        </p:txBody>
      </p:sp>
      <p:graphicFrame>
        <p:nvGraphicFramePr>
          <p:cNvPr id="7" name="Content Placeholder 6">
            <a:extLst>
              <a:ext uri="{FF2B5EF4-FFF2-40B4-BE49-F238E27FC236}">
                <a16:creationId xmlns:a16="http://schemas.microsoft.com/office/drawing/2014/main" id="{A7F5B590-DE7F-510E-E2C7-82BB9B16599D}"/>
              </a:ext>
            </a:extLst>
          </p:cNvPr>
          <p:cNvGraphicFramePr>
            <a:graphicFrameLocks noGrp="1"/>
          </p:cNvGraphicFramePr>
          <p:nvPr>
            <p:ph idx="1"/>
            <p:extLst>
              <p:ext uri="{D42A27DB-BD31-4B8C-83A1-F6EECF244321}">
                <p14:modId xmlns:p14="http://schemas.microsoft.com/office/powerpoint/2010/main" val="2326462779"/>
              </p:ext>
            </p:extLst>
          </p:nvPr>
        </p:nvGraphicFramePr>
        <p:xfrm>
          <a:off x="263352" y="894973"/>
          <a:ext cx="11665296" cy="5531473"/>
        </p:xfrm>
        <a:graphic>
          <a:graphicData uri="http://schemas.openxmlformats.org/drawingml/2006/table">
            <a:tbl>
              <a:tblPr firstRow="1" bandRow="1">
                <a:tableStyleId>{5C22544A-7EE6-4342-B048-85BDC9FD1C3A}</a:tableStyleId>
              </a:tblPr>
              <a:tblGrid>
                <a:gridCol w="440200">
                  <a:extLst>
                    <a:ext uri="{9D8B030D-6E8A-4147-A177-3AD203B41FA5}">
                      <a16:colId xmlns:a16="http://schemas.microsoft.com/office/drawing/2014/main" val="51149969"/>
                    </a:ext>
                  </a:extLst>
                </a:gridCol>
                <a:gridCol w="1687432">
                  <a:extLst>
                    <a:ext uri="{9D8B030D-6E8A-4147-A177-3AD203B41FA5}">
                      <a16:colId xmlns:a16="http://schemas.microsoft.com/office/drawing/2014/main" val="345082219"/>
                    </a:ext>
                  </a:extLst>
                </a:gridCol>
                <a:gridCol w="2054266">
                  <a:extLst>
                    <a:ext uri="{9D8B030D-6E8A-4147-A177-3AD203B41FA5}">
                      <a16:colId xmlns:a16="http://schemas.microsoft.com/office/drawing/2014/main" val="1964829784"/>
                    </a:ext>
                  </a:extLst>
                </a:gridCol>
                <a:gridCol w="3594966">
                  <a:extLst>
                    <a:ext uri="{9D8B030D-6E8A-4147-A177-3AD203B41FA5}">
                      <a16:colId xmlns:a16="http://schemas.microsoft.com/office/drawing/2014/main" val="3019030854"/>
                    </a:ext>
                  </a:extLst>
                </a:gridCol>
                <a:gridCol w="1944216">
                  <a:extLst>
                    <a:ext uri="{9D8B030D-6E8A-4147-A177-3AD203B41FA5}">
                      <a16:colId xmlns:a16="http://schemas.microsoft.com/office/drawing/2014/main" val="4184854316"/>
                    </a:ext>
                  </a:extLst>
                </a:gridCol>
                <a:gridCol w="1944216">
                  <a:extLst>
                    <a:ext uri="{9D8B030D-6E8A-4147-A177-3AD203B41FA5}">
                      <a16:colId xmlns:a16="http://schemas.microsoft.com/office/drawing/2014/main" val="190321545"/>
                    </a:ext>
                  </a:extLst>
                </a:gridCol>
              </a:tblGrid>
              <a:tr h="491713">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100" dirty="0" err="1">
                          <a:latin typeface="Times New Roman" panose="02020603050405020304" pitchFamily="18" charset="0"/>
                          <a:cs typeface="Times New Roman" panose="02020603050405020304" pitchFamily="18" charset="0"/>
                        </a:rPr>
                        <a:t>Sl</a:t>
                      </a:r>
                      <a:r>
                        <a:rPr lang="en-US" sz="1100" dirty="0">
                          <a:latin typeface="Times New Roman" panose="02020603050405020304" pitchFamily="18" charset="0"/>
                          <a:cs typeface="Times New Roman" panose="02020603050405020304" pitchFamily="18" charset="0"/>
                        </a:rPr>
                        <a:t> No</a:t>
                      </a:r>
                      <a:endParaRPr lang="en-IN" sz="1100" dirty="0">
                        <a:latin typeface="Times New Roman" panose="02020603050405020304" pitchFamily="18" charset="0"/>
                        <a:cs typeface="Times New Roman" panose="02020603050405020304" pitchFamily="18" charset="0"/>
                      </a:endParaRP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200" dirty="0">
                          <a:latin typeface="Times New Roman" panose="02020603050405020304" pitchFamily="18" charset="0"/>
                          <a:cs typeface="Times New Roman" panose="02020603050405020304" pitchFamily="18" charset="0"/>
                        </a:rPr>
                        <a:t>Authors</a:t>
                      </a:r>
                      <a:endParaRPr lang="en-IN" sz="1200" dirty="0">
                        <a:latin typeface="Times New Roman" panose="02020603050405020304" pitchFamily="18" charset="0"/>
                        <a:cs typeface="Times New Roman" panose="02020603050405020304" pitchFamily="18" charset="0"/>
                      </a:endParaRP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200" dirty="0">
                          <a:latin typeface="Times New Roman" panose="02020603050405020304" pitchFamily="18" charset="0"/>
                          <a:cs typeface="Times New Roman" panose="02020603050405020304" pitchFamily="18" charset="0"/>
                        </a:rPr>
                        <a:t>Title and Year of Publication</a:t>
                      </a:r>
                      <a:endParaRPr lang="en-IN" sz="1200" dirty="0">
                        <a:latin typeface="Times New Roman" panose="02020603050405020304" pitchFamily="18" charset="0"/>
                        <a:cs typeface="Times New Roman" panose="02020603050405020304" pitchFamily="18" charset="0"/>
                      </a:endParaRP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IN" sz="1200" dirty="0">
                          <a:latin typeface="Times New Roman" panose="02020603050405020304" pitchFamily="18" charset="0"/>
                          <a:cs typeface="Times New Roman" panose="02020603050405020304" pitchFamily="18" charset="0"/>
                        </a:rPr>
                        <a:t>Contents</a:t>
                      </a:r>
                    </a:p>
                  </a:txBody>
                  <a:tcPr/>
                </a:tc>
                <a:tc>
                  <a:txBody>
                    <a:bodyPr/>
                    <a:lstStyle/>
                    <a:p>
                      <a:pPr algn="ctr"/>
                      <a:r>
                        <a:rPr lang="en-US" sz="1200" dirty="0">
                          <a:latin typeface="Times New Roman" panose="02020603050405020304" pitchFamily="18" charset="0"/>
                          <a:cs typeface="Times New Roman" panose="02020603050405020304" pitchFamily="18" charset="0"/>
                        </a:rPr>
                        <a:t>Advantages</a:t>
                      </a:r>
                      <a:endParaRPr lang="en-IN" sz="1200" dirty="0">
                        <a:latin typeface="Times New Roman" panose="02020603050405020304" pitchFamily="18" charset="0"/>
                        <a:cs typeface="Times New Roman" panose="02020603050405020304" pitchFamily="18" charset="0"/>
                      </a:endParaRPr>
                    </a:p>
                  </a:txBody>
                  <a:tcPr/>
                </a:tc>
                <a:tc>
                  <a:txBody>
                    <a:bodyPr/>
                    <a:lstStyle/>
                    <a:p>
                      <a:pPr algn="ctr"/>
                      <a:r>
                        <a:rPr lang="en-US" sz="1200" dirty="0">
                          <a:latin typeface="Times New Roman" panose="02020603050405020304" pitchFamily="18" charset="0"/>
                          <a:cs typeface="Times New Roman" panose="02020603050405020304" pitchFamily="18" charset="0"/>
                        </a:rPr>
                        <a:t>Disadvantages</a:t>
                      </a:r>
                      <a:endParaRPr lang="en-IN" sz="1200"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2504946749"/>
                  </a:ext>
                </a:extLst>
              </a:tr>
              <a:tr h="976184">
                <a:tc>
                  <a:txBody>
                    <a:bodyPr/>
                    <a:lstStyle/>
                    <a:p>
                      <a:pPr algn="ctr"/>
                      <a:r>
                        <a:rPr lang="en-US" sz="1200" dirty="0">
                          <a:latin typeface="Times New Roman" panose="02020603050405020304" pitchFamily="18" charset="0"/>
                          <a:cs typeface="Times New Roman" panose="02020603050405020304" pitchFamily="18" charset="0"/>
                        </a:rPr>
                        <a:t>7.</a:t>
                      </a:r>
                      <a:endParaRPr lang="en-IN" sz="1200" dirty="0">
                        <a:latin typeface="Times New Roman" panose="02020603050405020304" pitchFamily="18" charset="0"/>
                        <a:cs typeface="Times New Roman" panose="02020603050405020304" pitchFamily="18" charset="0"/>
                      </a:endParaRPr>
                    </a:p>
                  </a:txBody>
                  <a:tcPr/>
                </a:tc>
                <a:tc>
                  <a:txBody>
                    <a:bodyPr/>
                    <a:lstStyle/>
                    <a:p>
                      <a:pPr algn="ctr"/>
                      <a:r>
                        <a:rPr lang="en-IN" sz="1200" dirty="0">
                          <a:latin typeface="Times New Roman" panose="02020603050405020304" pitchFamily="18" charset="0"/>
                          <a:cs typeface="Times New Roman" panose="02020603050405020304" pitchFamily="18" charset="0"/>
                        </a:rPr>
                        <a:t>Waqar Riaz, Abdullah Azeem, Gao </a:t>
                      </a:r>
                      <a:r>
                        <a:rPr lang="en-IN" sz="1200" dirty="0" err="1">
                          <a:latin typeface="Times New Roman" panose="02020603050405020304" pitchFamily="18" charset="0"/>
                          <a:cs typeface="Times New Roman" panose="02020603050405020304" pitchFamily="18" charset="0"/>
                        </a:rPr>
                        <a:t>Chenqiang</a:t>
                      </a:r>
                      <a:r>
                        <a:rPr lang="en-IN" sz="1200" dirty="0">
                          <a:latin typeface="Times New Roman" panose="02020603050405020304" pitchFamily="18" charset="0"/>
                          <a:cs typeface="Times New Roman" panose="02020603050405020304" pitchFamily="18" charset="0"/>
                        </a:rPr>
                        <a:t>, Zhou Yuxi, Saifullah, Waqas Khalid</a:t>
                      </a:r>
                    </a:p>
                  </a:txBody>
                  <a:tcPr/>
                </a:tc>
                <a:tc>
                  <a:txBody>
                    <a:bodyPr/>
                    <a:lstStyle/>
                    <a:p>
                      <a:pPr algn="ctr"/>
                      <a:r>
                        <a:rPr lang="en-US" sz="1200" dirty="0">
                          <a:latin typeface="Times New Roman" panose="02020603050405020304" pitchFamily="18" charset="0"/>
                          <a:cs typeface="Times New Roman" panose="02020603050405020304" pitchFamily="18" charset="0"/>
                        </a:rPr>
                        <a:t>YOLO-Based Recognition Method for Automatic License Plate Recognition - 2020</a:t>
                      </a:r>
                      <a:endParaRPr lang="en-IN" sz="1200" dirty="0">
                        <a:latin typeface="Times New Roman" panose="02020603050405020304" pitchFamily="18" charset="0"/>
                        <a:cs typeface="Times New Roman" panose="02020603050405020304" pitchFamily="18" charset="0"/>
                      </a:endParaRPr>
                    </a:p>
                  </a:txBody>
                  <a:tcPr/>
                </a:tc>
                <a:tc>
                  <a:txBody>
                    <a:bodyPr/>
                    <a:lstStyle/>
                    <a:p>
                      <a:pPr marL="0" indent="0" algn="ctr">
                        <a:buFont typeface="Arial" panose="020B0604020202020204" pitchFamily="34" charset="0"/>
                        <a:buNone/>
                      </a:pPr>
                      <a:r>
                        <a:rPr lang="en-US" sz="1200" dirty="0">
                          <a:latin typeface="Times New Roman" panose="02020603050405020304" pitchFamily="18" charset="0"/>
                          <a:cs typeface="Times New Roman" panose="02020603050405020304" pitchFamily="18" charset="0"/>
                        </a:rPr>
                        <a:t>A new approach to automatic license plate recognition (ALPR) using a multi-task learning strategy. The proposed method uses the YOLOv3 model for license plate recognition and the CRNN model for classification. </a:t>
                      </a:r>
                      <a:endParaRPr lang="en-IN" sz="1200" dirty="0">
                        <a:latin typeface="Times New Roman" panose="02020603050405020304" pitchFamily="18" charset="0"/>
                        <a:cs typeface="Times New Roman" panose="02020603050405020304" pitchFamily="18" charset="0"/>
                      </a:endParaRPr>
                    </a:p>
                  </a:txBody>
                  <a:tcPr/>
                </a:tc>
                <a:tc>
                  <a:txBody>
                    <a:bodyPr/>
                    <a:lstStyle/>
                    <a:p>
                      <a:pPr marL="285750" indent="-285750">
                        <a:buFont typeface="Arial" panose="020B0604020202020204" pitchFamily="34" charset="0"/>
                        <a:buChar char="•"/>
                      </a:pPr>
                      <a:r>
                        <a:rPr lang="en-US" sz="1200" dirty="0">
                          <a:latin typeface="Times New Roman" panose="02020603050405020304" pitchFamily="18" charset="0"/>
                          <a:cs typeface="Times New Roman" panose="02020603050405020304" pitchFamily="18" charset="0"/>
                        </a:rPr>
                        <a:t>Outperforms existing methods (Sighthound by 9%, </a:t>
                      </a:r>
                      <a:r>
                        <a:rPr lang="en-US" sz="1200" dirty="0" err="1">
                          <a:latin typeface="Times New Roman" panose="02020603050405020304" pitchFamily="18" charset="0"/>
                          <a:cs typeface="Times New Roman" panose="02020603050405020304" pitchFamily="18" charset="0"/>
                        </a:rPr>
                        <a:t>OpenALPR</a:t>
                      </a:r>
                      <a:r>
                        <a:rPr lang="en-US" sz="1200" dirty="0">
                          <a:latin typeface="Times New Roman" panose="02020603050405020304" pitchFamily="18" charset="0"/>
                          <a:cs typeface="Times New Roman" panose="02020603050405020304" pitchFamily="18" charset="0"/>
                        </a:rPr>
                        <a:t> by 4.9%)</a:t>
                      </a:r>
                    </a:p>
                  </a:txBody>
                  <a:tcPr/>
                </a:tc>
                <a:tc>
                  <a:txBody>
                    <a:bodyPr/>
                    <a:lstStyle/>
                    <a:p>
                      <a:pPr marL="285750" indent="-285750">
                        <a:buFont typeface="Arial" panose="020B0604020202020204" pitchFamily="34" charset="0"/>
                        <a:buChar char="•"/>
                      </a:pPr>
                      <a:r>
                        <a:rPr lang="en-US" sz="1200" dirty="0">
                          <a:latin typeface="Times New Roman" panose="02020603050405020304" pitchFamily="18" charset="0"/>
                          <a:cs typeface="Times New Roman" panose="02020603050405020304" pitchFamily="18" charset="0"/>
                        </a:rPr>
                        <a:t>Relies on the quality of the AOLP dataset</a:t>
                      </a:r>
                    </a:p>
                    <a:p>
                      <a:pPr marL="285750" indent="-285750">
                        <a:buFont typeface="Arial" panose="020B0604020202020204" pitchFamily="34" charset="0"/>
                        <a:buChar char="•"/>
                      </a:pPr>
                      <a:r>
                        <a:rPr lang="en-US" sz="1200" dirty="0">
                          <a:latin typeface="Times New Roman" panose="02020603050405020304" pitchFamily="18" charset="0"/>
                          <a:cs typeface="Times New Roman" panose="02020603050405020304" pitchFamily="18" charset="0"/>
                        </a:rPr>
                        <a:t>High computational requirements for YOLOv3 and CRNN</a:t>
                      </a:r>
                      <a:endParaRPr lang="en-IN" sz="1200"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500786135"/>
                  </a:ext>
                </a:extLst>
              </a:tr>
              <a:tr h="1331160">
                <a:tc>
                  <a:txBody>
                    <a:bodyPr/>
                    <a:lstStyle/>
                    <a:p>
                      <a:pPr algn="ctr"/>
                      <a:r>
                        <a:rPr lang="en-US" sz="1200" dirty="0">
                          <a:latin typeface="Times New Roman" panose="02020603050405020304" pitchFamily="18" charset="0"/>
                          <a:cs typeface="Times New Roman" panose="02020603050405020304" pitchFamily="18" charset="0"/>
                        </a:rPr>
                        <a:t>8.</a:t>
                      </a:r>
                      <a:endParaRPr lang="en-IN" sz="1200" dirty="0">
                        <a:latin typeface="Times New Roman" panose="02020603050405020304" pitchFamily="18" charset="0"/>
                        <a:cs typeface="Times New Roman" panose="02020603050405020304" pitchFamily="18" charset="0"/>
                      </a:endParaRPr>
                    </a:p>
                  </a:txBody>
                  <a:tcPr/>
                </a:tc>
                <a:tc>
                  <a:txBody>
                    <a:bodyPr/>
                    <a:lstStyle/>
                    <a:p>
                      <a:pPr algn="ctr"/>
                      <a:r>
                        <a:rPr lang="en-IN" sz="1200" dirty="0" err="1">
                          <a:latin typeface="Times New Roman" panose="02020603050405020304" pitchFamily="18" charset="0"/>
                          <a:cs typeface="Times New Roman" panose="02020603050405020304" pitchFamily="18" charset="0"/>
                        </a:rPr>
                        <a:t>Sanjid</a:t>
                      </a:r>
                      <a:r>
                        <a:rPr lang="en-IN" sz="1200" dirty="0">
                          <a:latin typeface="Times New Roman" panose="02020603050405020304" pitchFamily="18" charset="0"/>
                          <a:cs typeface="Times New Roman" panose="02020603050405020304" pitchFamily="18" charset="0"/>
                        </a:rPr>
                        <a:t> Bin Karim </a:t>
                      </a:r>
                      <a:r>
                        <a:rPr lang="en-IN" sz="1200" dirty="0" err="1">
                          <a:latin typeface="Times New Roman" panose="02020603050405020304" pitchFamily="18" charset="0"/>
                          <a:cs typeface="Times New Roman" panose="02020603050405020304" pitchFamily="18" charset="0"/>
                        </a:rPr>
                        <a:t>Sezan</a:t>
                      </a:r>
                      <a:r>
                        <a:rPr lang="en-IN" sz="1200" dirty="0">
                          <a:latin typeface="Times New Roman" panose="02020603050405020304" pitchFamily="18" charset="0"/>
                          <a:cs typeface="Times New Roman" panose="02020603050405020304" pitchFamily="18" charset="0"/>
                        </a:rPr>
                        <a:t>, Tisha Rahman, Kazi Tanvir, Nishat </a:t>
                      </a:r>
                      <a:r>
                        <a:rPr lang="en-IN" sz="1200" dirty="0" err="1">
                          <a:latin typeface="Times New Roman" panose="02020603050405020304" pitchFamily="18" charset="0"/>
                          <a:cs typeface="Times New Roman" panose="02020603050405020304" pitchFamily="18" charset="0"/>
                        </a:rPr>
                        <a:t>Tasnim</a:t>
                      </a:r>
                      <a:r>
                        <a:rPr lang="en-IN" sz="1200" dirty="0">
                          <a:latin typeface="Times New Roman" panose="02020603050405020304" pitchFamily="18" charset="0"/>
                          <a:cs typeface="Times New Roman" panose="02020603050405020304" pitchFamily="18" charset="0"/>
                        </a:rPr>
                        <a:t>, Al-</a:t>
                      </a:r>
                      <a:r>
                        <a:rPr lang="en-IN" sz="1200" dirty="0" err="1">
                          <a:latin typeface="Times New Roman" panose="02020603050405020304" pitchFamily="18" charset="0"/>
                          <a:cs typeface="Times New Roman" panose="02020603050405020304" pitchFamily="18" charset="0"/>
                        </a:rPr>
                        <a:t>Jobair</a:t>
                      </a:r>
                      <a:r>
                        <a:rPr lang="en-IN" sz="1200" dirty="0">
                          <a:latin typeface="Times New Roman" panose="02020603050405020304" pitchFamily="18" charset="0"/>
                          <a:cs typeface="Times New Roman" panose="02020603050405020304" pitchFamily="18" charset="0"/>
                        </a:rPr>
                        <a:t> </a:t>
                      </a:r>
                      <a:r>
                        <a:rPr lang="en-IN" sz="1200" dirty="0" err="1">
                          <a:latin typeface="Times New Roman" panose="02020603050405020304" pitchFamily="18" charset="0"/>
                          <a:cs typeface="Times New Roman" panose="02020603050405020304" pitchFamily="18" charset="0"/>
                        </a:rPr>
                        <a:t>Ibna</a:t>
                      </a:r>
                      <a:r>
                        <a:rPr lang="en-IN" sz="1200" dirty="0">
                          <a:latin typeface="Times New Roman" panose="02020603050405020304" pitchFamily="18" charset="0"/>
                          <a:cs typeface="Times New Roman" panose="02020603050405020304" pitchFamily="18" charset="0"/>
                        </a:rPr>
                        <a:t> Ataur</a:t>
                      </a:r>
                    </a:p>
                  </a:txBody>
                  <a:tcPr/>
                </a:tc>
                <a:tc>
                  <a:txBody>
                    <a:bodyPr/>
                    <a:lstStyle/>
                    <a:p>
                      <a:pPr algn="ctr"/>
                      <a:r>
                        <a:rPr lang="en-US" sz="1200" kern="1200" dirty="0">
                          <a:solidFill>
                            <a:schemeClr val="dk1"/>
                          </a:solidFill>
                          <a:latin typeface="Times New Roman" panose="02020603050405020304" pitchFamily="18" charset="0"/>
                          <a:ea typeface="+mn-ea"/>
                          <a:cs typeface="Times New Roman" panose="02020603050405020304" pitchFamily="18" charset="0"/>
                        </a:rPr>
                        <a:t>Detecting Traffic Rule Violations and Promoting Road Safety through Artificial Intelligence - 2023</a:t>
                      </a:r>
                    </a:p>
                  </a:txBody>
                  <a:tcPr/>
                </a:tc>
                <a:tc>
                  <a:txBody>
                    <a:bodyPr/>
                    <a:lstStyle/>
                    <a:p>
                      <a:pPr algn="ctr"/>
                      <a:r>
                        <a:rPr lang="en-US" sz="1200" dirty="0">
                          <a:latin typeface="Times New Roman" panose="02020603050405020304" pitchFamily="18" charset="0"/>
                          <a:cs typeface="Times New Roman" panose="02020603050405020304" pitchFamily="18" charset="0"/>
                        </a:rPr>
                        <a:t>Bangladesh faces significant traffic rule violations due to chaotic roads and a lack of enforcement, leading to a high accident rate. The study proposes using YOLOv5, a machine learning model, to detect violations such as red-light running and illegal parking in real-time. </a:t>
                      </a:r>
                      <a:endParaRPr lang="en-IN" sz="1200" kern="1200" dirty="0">
                        <a:solidFill>
                          <a:schemeClr val="dk1"/>
                        </a:solidFill>
                        <a:latin typeface="Times New Roman" panose="02020603050405020304" pitchFamily="18" charset="0"/>
                        <a:ea typeface="+mn-ea"/>
                        <a:cs typeface="Times New Roman" panose="02020603050405020304" pitchFamily="18" charset="0"/>
                      </a:endParaRPr>
                    </a:p>
                  </a:txBody>
                  <a:tcPr/>
                </a:tc>
                <a:tc>
                  <a:txBody>
                    <a:bodyPr/>
                    <a:lstStyle/>
                    <a:p>
                      <a:pPr marL="285750" indent="-285750">
                        <a:buFont typeface="Arial" panose="020B0604020202020204" pitchFamily="34" charset="0"/>
                        <a:buChar char="•"/>
                      </a:pPr>
                      <a:r>
                        <a:rPr lang="en-US" sz="1200" dirty="0">
                          <a:latin typeface="Times New Roman" panose="02020603050405020304" pitchFamily="18" charset="0"/>
                          <a:cs typeface="Times New Roman" panose="02020603050405020304" pitchFamily="18" charset="0"/>
                        </a:rPr>
                        <a:t>Real-time detection of traffic violations (illegal parking)</a:t>
                      </a:r>
                    </a:p>
                    <a:p>
                      <a:pPr marL="285750" indent="-285750">
                        <a:buFont typeface="Arial" panose="020B0604020202020204" pitchFamily="34" charset="0"/>
                        <a:buChar char="•"/>
                      </a:pPr>
                      <a:r>
                        <a:rPr lang="en-US" sz="1200" dirty="0">
                          <a:latin typeface="Times New Roman" panose="02020603050405020304" pitchFamily="18" charset="0"/>
                          <a:cs typeface="Times New Roman" panose="02020603050405020304" pitchFamily="18" charset="0"/>
                        </a:rPr>
                        <a:t>Enhances road safety by automating violation monitoring</a:t>
                      </a:r>
                      <a:endParaRPr lang="en-IN" sz="1200" dirty="0">
                        <a:latin typeface="Times New Roman" panose="02020603050405020304" pitchFamily="18" charset="0"/>
                        <a:cs typeface="Times New Roman" panose="02020603050405020304" pitchFamily="18" charset="0"/>
                      </a:endParaRPr>
                    </a:p>
                  </a:txBody>
                  <a:tcPr/>
                </a:tc>
                <a:tc>
                  <a:txBody>
                    <a:bodyPr/>
                    <a:lstStyle/>
                    <a:p>
                      <a:pPr marL="171450" indent="-171450">
                        <a:buFont typeface="Arial" panose="020B0604020202020204" pitchFamily="34" charset="0"/>
                        <a:buChar char="•"/>
                      </a:pPr>
                      <a:r>
                        <a:rPr lang="en-US" sz="1200" dirty="0">
                          <a:latin typeface="Times New Roman" panose="02020603050405020304" pitchFamily="18" charset="0"/>
                          <a:cs typeface="Times New Roman" panose="02020603050405020304" pitchFamily="18" charset="0"/>
                        </a:rPr>
                        <a:t>Dependent on the quality of surveillance footage and lighting conditions</a:t>
                      </a:r>
                    </a:p>
                    <a:p>
                      <a:pPr marL="171450" indent="-171450">
                        <a:buFont typeface="Arial" panose="020B0604020202020204" pitchFamily="34" charset="0"/>
                        <a:buChar char="•"/>
                      </a:pPr>
                      <a:r>
                        <a:rPr lang="en-US" sz="1200" dirty="0">
                          <a:latin typeface="Times New Roman" panose="02020603050405020304" pitchFamily="18" charset="0"/>
                          <a:cs typeface="Times New Roman" panose="02020603050405020304" pitchFamily="18" charset="0"/>
                        </a:rPr>
                        <a:t>High computational requirements for real-time processing</a:t>
                      </a:r>
                      <a:endParaRPr lang="en-IN" sz="1200"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3343353640"/>
                  </a:ext>
                </a:extLst>
              </a:tr>
              <a:tr h="1331160">
                <a:tc>
                  <a:txBody>
                    <a:bodyPr/>
                    <a:lstStyle/>
                    <a:p>
                      <a:pPr algn="ctr"/>
                      <a:r>
                        <a:rPr lang="en-US" sz="1200" dirty="0">
                          <a:latin typeface="Times New Roman" panose="02020603050405020304" pitchFamily="18" charset="0"/>
                          <a:cs typeface="Times New Roman" panose="02020603050405020304" pitchFamily="18" charset="0"/>
                        </a:rPr>
                        <a:t>9.</a:t>
                      </a:r>
                      <a:endParaRPr lang="en-IN" sz="1200" dirty="0">
                        <a:latin typeface="Times New Roman" panose="02020603050405020304" pitchFamily="18" charset="0"/>
                        <a:cs typeface="Times New Roman" panose="02020603050405020304" pitchFamily="18" charset="0"/>
                      </a:endParaRPr>
                    </a:p>
                  </a:txBody>
                  <a:tcPr/>
                </a:tc>
                <a:tc>
                  <a:txBody>
                    <a:bodyPr/>
                    <a:lstStyle/>
                    <a:p>
                      <a:pPr algn="ctr"/>
                      <a:r>
                        <a:rPr lang="en-IN" sz="1200" dirty="0">
                          <a:latin typeface="Times New Roman" panose="02020603050405020304" pitchFamily="18" charset="0"/>
                          <a:cs typeface="Times New Roman" panose="02020603050405020304" pitchFamily="18" charset="0"/>
                        </a:rPr>
                        <a:t>Mr. M. V. Rajesh, Mr. T. Soma Sekhar, Ms. P. Mounika Devi, Ms. Y. </a:t>
                      </a:r>
                      <a:r>
                        <a:rPr lang="en-IN" sz="1200" dirty="0" err="1">
                          <a:latin typeface="Times New Roman" panose="02020603050405020304" pitchFamily="18" charset="0"/>
                          <a:cs typeface="Times New Roman" panose="02020603050405020304" pitchFamily="18" charset="0"/>
                        </a:rPr>
                        <a:t>Mounica</a:t>
                      </a:r>
                      <a:r>
                        <a:rPr lang="en-IN" sz="1200" dirty="0">
                          <a:latin typeface="Times New Roman" panose="02020603050405020304" pitchFamily="18" charset="0"/>
                          <a:cs typeface="Times New Roman" panose="02020603050405020304" pitchFamily="18" charset="0"/>
                        </a:rPr>
                        <a:t> Bhavani, Mr. R. S. S. V. S. S. Narendra, Mr. K. Bulli Raju</a:t>
                      </a:r>
                    </a:p>
                  </a:txBody>
                  <a:tcPr/>
                </a:tc>
                <a:tc>
                  <a:txBody>
                    <a:bodyPr/>
                    <a:lstStyle/>
                    <a:p>
                      <a:pPr algn="ctr"/>
                      <a:r>
                        <a:rPr lang="en-US" sz="1200" dirty="0">
                          <a:latin typeface="Times New Roman" panose="02020603050405020304" pitchFamily="18" charset="0"/>
                          <a:cs typeface="Times New Roman" panose="02020603050405020304" pitchFamily="18" charset="0"/>
                        </a:rPr>
                        <a:t>Traffic Rules Violation Detection System - 2022</a:t>
                      </a:r>
                      <a:endParaRPr lang="en-IN" sz="1200" dirty="0">
                        <a:latin typeface="Times New Roman" panose="02020603050405020304" pitchFamily="18" charset="0"/>
                        <a:cs typeface="Times New Roman" panose="02020603050405020304" pitchFamily="18" charset="0"/>
                      </a:endParaRPr>
                    </a:p>
                  </a:txBody>
                  <a:tcPr/>
                </a:tc>
                <a:tc>
                  <a:txBody>
                    <a:bodyPr/>
                    <a:lstStyle/>
                    <a:p>
                      <a:pPr marL="0" indent="0" algn="ctr">
                        <a:buFont typeface="Arial" panose="020B0604020202020204" pitchFamily="34" charset="0"/>
                        <a:buNone/>
                      </a:pPr>
                      <a:r>
                        <a:rPr lang="en-US" sz="1200" dirty="0">
                          <a:latin typeface="Times New Roman" panose="02020603050405020304" pitchFamily="18" charset="0"/>
                          <a:cs typeface="Times New Roman" panose="02020603050405020304" pitchFamily="18" charset="0"/>
                        </a:rPr>
                        <a:t>This paper presents a Traffic Rules Violation Detection System that leverages computer vision techniques to identify traffic violations in real time. Using YOLOv3 for vehicle detection, the system captures video footage to detect violations like running red lights. It includes a user-friendly GUI for effective management and monitoring</a:t>
                      </a:r>
                      <a:endParaRPr lang="en-IN" sz="1200" dirty="0">
                        <a:latin typeface="Times New Roman" panose="02020603050405020304" pitchFamily="18" charset="0"/>
                        <a:cs typeface="Times New Roman" panose="02020603050405020304" pitchFamily="18" charset="0"/>
                      </a:endParaRPr>
                    </a:p>
                  </a:txBody>
                  <a:tcPr/>
                </a:tc>
                <a:tc>
                  <a:txBody>
                    <a:bodyPr/>
                    <a:lstStyle/>
                    <a:p>
                      <a:pPr marL="285750" indent="-285750">
                        <a:buFont typeface="Arial" panose="020B0604020202020204" pitchFamily="34" charset="0"/>
                        <a:buChar char="•"/>
                      </a:pPr>
                      <a:r>
                        <a:rPr lang="en-US" sz="1200" dirty="0">
                          <a:latin typeface="Times New Roman" panose="02020603050405020304" pitchFamily="18" charset="0"/>
                          <a:cs typeface="Times New Roman" panose="02020603050405020304" pitchFamily="18" charset="0"/>
                        </a:rPr>
                        <a:t>Uses YOLOv3 for efficient vehicle detection</a:t>
                      </a:r>
                    </a:p>
                    <a:p>
                      <a:pPr marL="285750" indent="-285750">
                        <a:buFont typeface="Arial" panose="020B0604020202020204" pitchFamily="34" charset="0"/>
                        <a:buChar char="•"/>
                      </a:pPr>
                      <a:r>
                        <a:rPr lang="en-US" sz="1200" dirty="0">
                          <a:latin typeface="Times New Roman" panose="02020603050405020304" pitchFamily="18" charset="0"/>
                          <a:cs typeface="Times New Roman" panose="02020603050405020304" pitchFamily="18" charset="0"/>
                        </a:rPr>
                        <a:t>User-friendly GUI for easy management and monitoring</a:t>
                      </a:r>
                      <a:endParaRPr lang="en-IN" sz="1200" dirty="0">
                        <a:latin typeface="Times New Roman" panose="02020603050405020304" pitchFamily="18" charset="0"/>
                        <a:cs typeface="Times New Roman" panose="02020603050405020304" pitchFamily="18" charset="0"/>
                      </a:endParaRPr>
                    </a:p>
                  </a:txBody>
                  <a:tcPr/>
                </a:tc>
                <a:tc>
                  <a:txBody>
                    <a:bodyPr/>
                    <a:lstStyle/>
                    <a:p>
                      <a:pPr marL="171450" indent="-171450">
                        <a:buFont typeface="Arial" panose="020B0604020202020204" pitchFamily="34" charset="0"/>
                        <a:buChar char="•"/>
                      </a:pPr>
                      <a:r>
                        <a:rPr lang="en-US" sz="1200" dirty="0">
                          <a:latin typeface="Times New Roman" panose="02020603050405020304" pitchFamily="18" charset="0"/>
                          <a:cs typeface="Times New Roman" panose="02020603050405020304" pitchFamily="18" charset="0"/>
                        </a:rPr>
                        <a:t>Performance may degrade under poor lighting or weather conditions</a:t>
                      </a:r>
                    </a:p>
                    <a:p>
                      <a:pPr marL="171450" indent="-171450">
                        <a:buFont typeface="Arial" panose="020B0604020202020204" pitchFamily="34" charset="0"/>
                        <a:buChar char="•"/>
                      </a:pPr>
                      <a:r>
                        <a:rPr lang="en-US" sz="1200" dirty="0">
                          <a:latin typeface="Times New Roman" panose="02020603050405020304" pitchFamily="18" charset="0"/>
                          <a:cs typeface="Times New Roman" panose="02020603050405020304" pitchFamily="18" charset="0"/>
                        </a:rPr>
                        <a:t>Limited effectiveness in complex traffic scenarios or crowded areas</a:t>
                      </a:r>
                      <a:endParaRPr lang="en-IN" sz="1200"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2895436170"/>
                  </a:ext>
                </a:extLst>
              </a:tr>
              <a:tr h="1331160">
                <a:tc>
                  <a:txBody>
                    <a:bodyPr/>
                    <a:lstStyle/>
                    <a:p>
                      <a:pPr algn="ctr"/>
                      <a:r>
                        <a:rPr lang="en-US" sz="1200" dirty="0">
                          <a:latin typeface="Times New Roman" panose="02020603050405020304" pitchFamily="18" charset="0"/>
                          <a:cs typeface="Times New Roman" panose="02020603050405020304" pitchFamily="18" charset="0"/>
                        </a:rPr>
                        <a:t>10.</a:t>
                      </a:r>
                      <a:endParaRPr lang="en-IN" sz="1200" dirty="0">
                        <a:latin typeface="Times New Roman" panose="02020603050405020304" pitchFamily="18" charset="0"/>
                        <a:cs typeface="Times New Roman" panose="02020603050405020304" pitchFamily="18" charset="0"/>
                      </a:endParaRPr>
                    </a:p>
                  </a:txBody>
                  <a:tcPr/>
                </a:tc>
                <a:tc>
                  <a:txBody>
                    <a:bodyPr/>
                    <a:lstStyle/>
                    <a:p>
                      <a:pPr algn="ctr"/>
                      <a:r>
                        <a:rPr lang="en-IN" sz="1200" dirty="0">
                          <a:latin typeface="Times New Roman" panose="02020603050405020304" pitchFamily="18" charset="0"/>
                          <a:cs typeface="Times New Roman" panose="02020603050405020304" pitchFamily="18" charset="0"/>
                        </a:rPr>
                        <a:t>Mavis </a:t>
                      </a:r>
                      <a:r>
                        <a:rPr lang="en-IN" sz="1200" dirty="0" err="1">
                          <a:latin typeface="Times New Roman" panose="02020603050405020304" pitchFamily="18" charset="0"/>
                          <a:cs typeface="Times New Roman" panose="02020603050405020304" pitchFamily="18" charset="0"/>
                        </a:rPr>
                        <a:t>Nyamesah</a:t>
                      </a:r>
                      <a:r>
                        <a:rPr lang="en-IN" sz="1200" dirty="0">
                          <a:latin typeface="Times New Roman" panose="02020603050405020304" pitchFamily="18" charset="0"/>
                          <a:cs typeface="Times New Roman" panose="02020603050405020304" pitchFamily="18" charset="0"/>
                        </a:rPr>
                        <a:t>, Christian Kusi</a:t>
                      </a:r>
                    </a:p>
                  </a:txBody>
                  <a:tcPr/>
                </a:tc>
                <a:tc>
                  <a:txBody>
                    <a:bodyPr/>
                    <a:lstStyle/>
                    <a:p>
                      <a:pPr algn="ctr"/>
                      <a:r>
                        <a:rPr lang="en-US" sz="1200" dirty="0">
                          <a:latin typeface="Times New Roman" panose="02020603050405020304" pitchFamily="18" charset="0"/>
                          <a:cs typeface="Times New Roman" panose="02020603050405020304" pitchFamily="18" charset="0"/>
                        </a:rPr>
                        <a:t>Real-Time Traffic Rules Violation Detection with Automatic License Plate Recognition with SMS Feedback - 2024</a:t>
                      </a:r>
                      <a:endParaRPr lang="en-IN" sz="1200" dirty="0">
                        <a:latin typeface="Times New Roman" panose="02020603050405020304" pitchFamily="18" charset="0"/>
                        <a:cs typeface="Times New Roman" panose="02020603050405020304" pitchFamily="18" charset="0"/>
                      </a:endParaRPr>
                    </a:p>
                  </a:txBody>
                  <a:tcPr/>
                </a:tc>
                <a:tc>
                  <a:txBody>
                    <a:bodyPr/>
                    <a:lstStyle/>
                    <a:p>
                      <a:pPr algn="ctr"/>
                      <a:r>
                        <a:rPr lang="en-US" sz="1200" dirty="0">
                          <a:latin typeface="Times New Roman" panose="02020603050405020304" pitchFamily="18" charset="0"/>
                          <a:cs typeface="Times New Roman" panose="02020603050405020304" pitchFamily="18" charset="0"/>
                        </a:rPr>
                        <a:t>This paper presents an automated traffic violation detection system using computer vision and machine learning, particularly Convolutional Neural Networks (CNNs). It detects real-time violations, like signal infractions, in urban areas with growing vehicle populations.</a:t>
                      </a:r>
                      <a:endParaRPr lang="en-IN" sz="1200" dirty="0">
                        <a:latin typeface="Times New Roman" panose="02020603050405020304" pitchFamily="18" charset="0"/>
                        <a:cs typeface="Times New Roman" panose="02020603050405020304" pitchFamily="18" charset="0"/>
                      </a:endParaRPr>
                    </a:p>
                  </a:txBody>
                  <a:tcPr/>
                </a:tc>
                <a:tc>
                  <a:txBody>
                    <a:bodyPr/>
                    <a:lstStyle/>
                    <a:p>
                      <a:pPr marL="285750" indent="-285750">
                        <a:buFont typeface="Arial" panose="020B0604020202020204" pitchFamily="34" charset="0"/>
                        <a:buChar char="•"/>
                      </a:pPr>
                      <a:r>
                        <a:rPr lang="en-US" sz="1200" dirty="0">
                          <a:latin typeface="Times New Roman" panose="02020603050405020304" pitchFamily="18" charset="0"/>
                          <a:cs typeface="Times New Roman" panose="02020603050405020304" pitchFamily="18" charset="0"/>
                        </a:rPr>
                        <a:t>Uses CNNs for accurate violation identification</a:t>
                      </a:r>
                    </a:p>
                    <a:p>
                      <a:pPr marL="285750" indent="-285750">
                        <a:buFont typeface="Arial" panose="020B0604020202020204" pitchFamily="34" charset="0"/>
                        <a:buChar char="•"/>
                      </a:pPr>
                      <a:r>
                        <a:rPr lang="en-US" sz="1200" dirty="0">
                          <a:latin typeface="Times New Roman" panose="02020603050405020304" pitchFamily="18" charset="0"/>
                          <a:cs typeface="Times New Roman" panose="02020603050405020304" pitchFamily="18" charset="0"/>
                        </a:rPr>
                        <a:t>Suitable for urban areas with increasing vehicle populations</a:t>
                      </a:r>
                      <a:endParaRPr lang="en-IN" sz="1200" dirty="0">
                        <a:latin typeface="Times New Roman" panose="02020603050405020304" pitchFamily="18" charset="0"/>
                        <a:cs typeface="Times New Roman" panose="02020603050405020304" pitchFamily="18" charset="0"/>
                      </a:endParaRPr>
                    </a:p>
                  </a:txBody>
                  <a:tcPr/>
                </a:tc>
                <a:tc>
                  <a:txBody>
                    <a:bodyPr/>
                    <a:lstStyle/>
                    <a:p>
                      <a:pPr marL="171450" indent="-171450">
                        <a:buFont typeface="Arial" panose="020B0604020202020204" pitchFamily="34" charset="0"/>
                        <a:buChar char="•"/>
                      </a:pPr>
                      <a:r>
                        <a:rPr lang="en-US" sz="1200" dirty="0">
                          <a:latin typeface="Times New Roman" panose="02020603050405020304" pitchFamily="18" charset="0"/>
                          <a:cs typeface="Times New Roman" panose="02020603050405020304" pitchFamily="18" charset="0"/>
                        </a:rPr>
                        <a:t>Requires high computational resources for real-time processing</a:t>
                      </a:r>
                    </a:p>
                    <a:p>
                      <a:pPr marL="171450" indent="-171450">
                        <a:buFont typeface="Arial" panose="020B0604020202020204" pitchFamily="34" charset="0"/>
                        <a:buChar char="•"/>
                      </a:pPr>
                      <a:r>
                        <a:rPr lang="en-US" sz="1200" dirty="0">
                          <a:latin typeface="Times New Roman" panose="02020603050405020304" pitchFamily="18" charset="0"/>
                          <a:cs typeface="Times New Roman" panose="02020603050405020304" pitchFamily="18" charset="0"/>
                        </a:rPr>
                        <a:t>Dependent on the quality of video footage and environmental conditions</a:t>
                      </a:r>
                      <a:endParaRPr lang="en-IN" sz="1200"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1930763611"/>
                  </a:ext>
                </a:extLst>
              </a:tr>
            </a:tbl>
          </a:graphicData>
        </a:graphic>
      </p:graphicFrame>
      <p:sp>
        <p:nvSpPr>
          <p:cNvPr id="4" name="Date Placeholder 3">
            <a:extLst>
              <a:ext uri="{FF2B5EF4-FFF2-40B4-BE49-F238E27FC236}">
                <a16:creationId xmlns:a16="http://schemas.microsoft.com/office/drawing/2014/main" id="{BD8B6411-2863-98CA-7C70-0EBA0D82BF5B}"/>
              </a:ext>
            </a:extLst>
          </p:cNvPr>
          <p:cNvSpPr>
            <a:spLocks noGrp="1"/>
          </p:cNvSpPr>
          <p:nvPr>
            <p:ph type="dt" sz="half" idx="10"/>
          </p:nvPr>
        </p:nvSpPr>
        <p:spPr/>
        <p:txBody>
          <a:bodyPr/>
          <a:lstStyle/>
          <a:p>
            <a:r>
              <a:rPr lang="en-US"/>
              <a:t>VII Semester, Department of ISE, RNSIT</a:t>
            </a:r>
            <a:endParaRPr lang="en-US" dirty="0"/>
          </a:p>
        </p:txBody>
      </p:sp>
      <p:sp>
        <p:nvSpPr>
          <p:cNvPr id="5" name="Footer Placeholder 4">
            <a:extLst>
              <a:ext uri="{FF2B5EF4-FFF2-40B4-BE49-F238E27FC236}">
                <a16:creationId xmlns:a16="http://schemas.microsoft.com/office/drawing/2014/main" id="{DAA3736D-FFC2-E05A-4157-CD710AAB14DF}"/>
              </a:ext>
            </a:extLst>
          </p:cNvPr>
          <p:cNvSpPr>
            <a:spLocks noGrp="1"/>
          </p:cNvSpPr>
          <p:nvPr>
            <p:ph type="ftr" sz="quarter" idx="11"/>
          </p:nvPr>
        </p:nvSpPr>
        <p:spPr/>
        <p:txBody>
          <a:bodyPr/>
          <a:lstStyle/>
          <a:p>
            <a:r>
              <a:rPr lang="en-US"/>
              <a:t>2024 - 2025</a:t>
            </a:r>
            <a:endParaRPr lang="en-US" dirty="0"/>
          </a:p>
        </p:txBody>
      </p:sp>
      <p:sp>
        <p:nvSpPr>
          <p:cNvPr id="6" name="Slide Number Placeholder 5">
            <a:extLst>
              <a:ext uri="{FF2B5EF4-FFF2-40B4-BE49-F238E27FC236}">
                <a16:creationId xmlns:a16="http://schemas.microsoft.com/office/drawing/2014/main" id="{E91343BE-08EE-86D7-7CB5-412552E4278F}"/>
              </a:ext>
            </a:extLst>
          </p:cNvPr>
          <p:cNvSpPr>
            <a:spLocks noGrp="1"/>
          </p:cNvSpPr>
          <p:nvPr>
            <p:ph type="sldNum" sz="quarter" idx="12"/>
          </p:nvPr>
        </p:nvSpPr>
        <p:spPr/>
        <p:txBody>
          <a:bodyPr/>
          <a:lstStyle/>
          <a:p>
            <a:fld id="{5B4F5413-E548-45A8-B9DD-11B71454D5CA}" type="slidenum">
              <a:rPr lang="en-US" smtClean="0"/>
              <a:pPr/>
              <a:t>9</a:t>
            </a:fld>
            <a:endParaRPr lang="en-US" dirty="0"/>
          </a:p>
        </p:txBody>
      </p:sp>
    </p:spTree>
    <p:extLst>
      <p:ext uri="{BB962C8B-B14F-4D97-AF65-F5344CB8AC3E}">
        <p14:creationId xmlns:p14="http://schemas.microsoft.com/office/powerpoint/2010/main" val="177247550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551384" y="1052736"/>
            <a:ext cx="10802416" cy="5184576"/>
          </a:xfrm>
        </p:spPr>
        <p:txBody>
          <a:bodyPr>
            <a:normAutofit fontScale="92500" lnSpcReduction="20000"/>
          </a:bodyPr>
          <a:lstStyle/>
          <a:p>
            <a:pPr marL="0" indent="0" algn="just">
              <a:lnSpc>
                <a:spcPct val="120000"/>
              </a:lnSpc>
              <a:buNone/>
            </a:pPr>
            <a:r>
              <a:rPr lang="en-US" sz="2400" b="1" dirty="0">
                <a:latin typeface="Times New Roman" pitchFamily="18" charset="0"/>
                <a:cs typeface="Times New Roman" pitchFamily="18" charset="0"/>
              </a:rPr>
              <a:t>Problem Identification</a:t>
            </a:r>
          </a:p>
          <a:p>
            <a:pPr algn="just"/>
            <a:r>
              <a:rPr lang="en-US" sz="2300" dirty="0">
                <a:latin typeface="Times New Roman" panose="02020603050405020304" pitchFamily="18" charset="0"/>
                <a:cs typeface="Times New Roman" panose="02020603050405020304" pitchFamily="18" charset="0"/>
              </a:rPr>
              <a:t>The system tackles the issue of fake or altered registration plates, which create safety hazards for drivers and complicate law enforcement efforts. </a:t>
            </a:r>
          </a:p>
          <a:p>
            <a:pPr algn="just"/>
            <a:r>
              <a:rPr lang="en-US" sz="2300" dirty="0">
                <a:latin typeface="Times New Roman" panose="02020603050405020304" pitchFamily="18" charset="0"/>
                <a:cs typeface="Times New Roman" panose="02020603050405020304" pitchFamily="18" charset="0"/>
              </a:rPr>
              <a:t>These plates can disguise a vehicle's identity, making it challenging to identify traffic violators. Unlicensed or reckless drivers might use fake plates to avoid detection, raising the risk of accidents. </a:t>
            </a:r>
          </a:p>
          <a:p>
            <a:pPr algn="just"/>
            <a:r>
              <a:rPr lang="en-US" sz="2300" dirty="0">
                <a:latin typeface="Times New Roman" panose="02020603050405020304" pitchFamily="18" charset="0"/>
                <a:cs typeface="Times New Roman" panose="02020603050405020304" pitchFamily="18" charset="0"/>
              </a:rPr>
              <a:t>Furthermore, criminal organizations could misuse them to obscure the identities of vehicles involved in illegal activities, posing a threat to public safety.</a:t>
            </a:r>
          </a:p>
          <a:p>
            <a:pPr marL="0" indent="0" algn="just">
              <a:buNone/>
            </a:pPr>
            <a:r>
              <a:rPr lang="en-US" sz="2400" b="1" dirty="0">
                <a:latin typeface="Times New Roman" pitchFamily="18" charset="0"/>
                <a:cs typeface="Times New Roman" pitchFamily="18" charset="0"/>
              </a:rPr>
              <a:t>Objectives</a:t>
            </a:r>
          </a:p>
          <a:p>
            <a:pPr algn="just"/>
            <a:r>
              <a:rPr lang="en-US" sz="2300" dirty="0">
                <a:latin typeface="Times New Roman" panose="02020603050405020304" pitchFamily="18" charset="0"/>
                <a:cs typeface="Times New Roman" panose="02020603050405020304" pitchFamily="18" charset="0"/>
              </a:rPr>
              <a:t>The main goal of a fake registration plate detection system is to eliminate the use of fake or altered plates on vehicles. </a:t>
            </a:r>
          </a:p>
          <a:p>
            <a:pPr algn="just"/>
            <a:r>
              <a:rPr lang="en-US" sz="2300" dirty="0">
                <a:latin typeface="Times New Roman" panose="02020603050405020304" pitchFamily="18" charset="0"/>
                <a:cs typeface="Times New Roman" panose="02020603050405020304" pitchFamily="18" charset="0"/>
              </a:rPr>
              <a:t>This ensures accurate vehicle records, as such plates can hide a vehicle's identity. Additionally, they may facilitate criminal activities by helping offenders evade law enforcement. </a:t>
            </a:r>
          </a:p>
          <a:p>
            <a:pPr algn="just"/>
            <a:r>
              <a:rPr lang="en-US" sz="2300" dirty="0">
                <a:latin typeface="Times New Roman" panose="02020603050405020304" pitchFamily="18" charset="0"/>
                <a:cs typeface="Times New Roman" panose="02020603050405020304" pitchFamily="18" charset="0"/>
              </a:rPr>
              <a:t>Improving road safety is another priority, as vehicles with fake plates may lack proper inspections or be in poor condition, posing risks to other drivers. Finally, addressing fake plates is essential for enforcing traffic laws, as they allow violators to evade fines, undermining road safety efforts.</a:t>
            </a:r>
          </a:p>
          <a:p>
            <a:pPr marL="0" indent="0">
              <a:buNone/>
            </a:pPr>
            <a:endParaRPr lang="en-US" dirty="0"/>
          </a:p>
          <a:p>
            <a:pPr marL="0" indent="0">
              <a:buNone/>
            </a:pPr>
            <a:endParaRPr lang="en-US" dirty="0"/>
          </a:p>
        </p:txBody>
      </p:sp>
      <p:sp>
        <p:nvSpPr>
          <p:cNvPr id="8" name="Date Placeholder 7">
            <a:extLst>
              <a:ext uri="{FF2B5EF4-FFF2-40B4-BE49-F238E27FC236}">
                <a16:creationId xmlns:a16="http://schemas.microsoft.com/office/drawing/2014/main" id="{33D9D5CE-D501-437E-94FB-5429EB2117D0}"/>
              </a:ext>
            </a:extLst>
          </p:cNvPr>
          <p:cNvSpPr>
            <a:spLocks noGrp="1"/>
          </p:cNvSpPr>
          <p:nvPr>
            <p:ph type="dt" sz="half" idx="10"/>
          </p:nvPr>
        </p:nvSpPr>
        <p:spPr/>
        <p:txBody>
          <a:bodyPr/>
          <a:lstStyle/>
          <a:p>
            <a:r>
              <a:rPr lang="en-US" dirty="0"/>
              <a:t>VII Semester, Department of ISE, RNSIT</a:t>
            </a:r>
          </a:p>
        </p:txBody>
      </p:sp>
      <p:sp>
        <p:nvSpPr>
          <p:cNvPr id="7" name="Footer Placeholder 6">
            <a:extLst>
              <a:ext uri="{FF2B5EF4-FFF2-40B4-BE49-F238E27FC236}">
                <a16:creationId xmlns:a16="http://schemas.microsoft.com/office/drawing/2014/main" id="{1B6A0277-3ABD-406C-9A7E-9C6FB5EA279B}"/>
              </a:ext>
            </a:extLst>
          </p:cNvPr>
          <p:cNvSpPr>
            <a:spLocks noGrp="1"/>
          </p:cNvSpPr>
          <p:nvPr>
            <p:ph type="ftr" sz="quarter" idx="11"/>
          </p:nvPr>
        </p:nvSpPr>
        <p:spPr/>
        <p:txBody>
          <a:bodyPr/>
          <a:lstStyle/>
          <a:p>
            <a:r>
              <a:rPr lang="en-US" dirty="0"/>
              <a:t>2024 - 2025</a:t>
            </a:r>
          </a:p>
        </p:txBody>
      </p:sp>
      <p:sp>
        <p:nvSpPr>
          <p:cNvPr id="2" name="Slide Number Placeholder 1">
            <a:extLst>
              <a:ext uri="{FF2B5EF4-FFF2-40B4-BE49-F238E27FC236}">
                <a16:creationId xmlns:a16="http://schemas.microsoft.com/office/drawing/2014/main" id="{A10D85D3-EAD9-4C96-869F-7DA3C3441C3B}"/>
              </a:ext>
            </a:extLst>
          </p:cNvPr>
          <p:cNvSpPr>
            <a:spLocks noGrp="1"/>
          </p:cNvSpPr>
          <p:nvPr>
            <p:ph type="sldNum" sz="quarter" idx="12"/>
          </p:nvPr>
        </p:nvSpPr>
        <p:spPr/>
        <p:txBody>
          <a:bodyPr/>
          <a:lstStyle/>
          <a:p>
            <a:fld id="{5B4F5413-E548-45A8-B9DD-11B71454D5CA}" type="slidenum">
              <a:rPr lang="en-US" smtClean="0"/>
              <a:pPr/>
              <a:t>10</a:t>
            </a:fld>
            <a:endParaRPr lang="en-US" dirty="0"/>
          </a:p>
        </p:txBody>
      </p:sp>
      <p:sp>
        <p:nvSpPr>
          <p:cNvPr id="4" name="Title 3"/>
          <p:cNvSpPr txBox="1">
            <a:spLocks/>
          </p:cNvSpPr>
          <p:nvPr/>
        </p:nvSpPr>
        <p:spPr>
          <a:xfrm>
            <a:off x="1981200" y="152400"/>
            <a:ext cx="8229600" cy="684312"/>
          </a:xfrm>
          <a:prstGeom prst="rect">
            <a:avLst/>
          </a:prstGeom>
        </p:spPr>
        <p:txBody>
          <a:bodyPr vert="horz" anchor="b">
            <a:normAutofit fontScale="97500"/>
          </a:bodyPr>
          <a:lstStyle>
            <a:lvl1pPr algn="l" rtl="0" eaLnBrk="1" latinLnBrk="0" hangingPunct="1">
              <a:spcBef>
                <a:spcPct val="0"/>
              </a:spcBef>
              <a:buNone/>
              <a:defRPr kumimoji="0" sz="3000" b="0" kern="1200" cap="small" baseline="0">
                <a:solidFill>
                  <a:schemeClr val="tx2"/>
                </a:solidFill>
                <a:latin typeface="+mj-lt"/>
                <a:ea typeface="+mj-ea"/>
                <a:cs typeface="+mj-cs"/>
              </a:defRPr>
            </a:lvl1pPr>
          </a:lstStyle>
          <a:p>
            <a:pPr algn="ctr"/>
            <a:r>
              <a:rPr lang="en-IN" b="1" dirty="0">
                <a:solidFill>
                  <a:schemeClr val="accent1">
                    <a:lumMod val="75000"/>
                  </a:schemeClr>
                </a:solidFill>
                <a:latin typeface="Times New Roman" pitchFamily="18" charset="0"/>
                <a:cs typeface="Times New Roman" pitchFamily="18" charset="0"/>
              </a:rPr>
              <a:t>Analysis</a:t>
            </a:r>
          </a:p>
        </p:txBody>
      </p:sp>
    </p:spTree>
    <p:extLst>
      <p:ext uri="{BB962C8B-B14F-4D97-AF65-F5344CB8AC3E}">
        <p14:creationId xmlns:p14="http://schemas.microsoft.com/office/powerpoint/2010/main" val="280305340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CCC9423-BAE0-0B1D-1061-65B0C4D7B406}"/>
              </a:ext>
            </a:extLst>
          </p:cNvPr>
          <p:cNvSpPr>
            <a:spLocks noGrp="1"/>
          </p:cNvSpPr>
          <p:nvPr>
            <p:ph type="title"/>
          </p:nvPr>
        </p:nvSpPr>
        <p:spPr>
          <a:xfrm>
            <a:off x="767408" y="-211188"/>
            <a:ext cx="10515600" cy="1325563"/>
          </a:xfrm>
        </p:spPr>
        <p:txBody>
          <a:bodyPr>
            <a:normAutofit/>
          </a:bodyPr>
          <a:lstStyle/>
          <a:p>
            <a:pPr algn="ctr"/>
            <a:r>
              <a:rPr lang="en-US" sz="2800" dirty="0">
                <a:solidFill>
                  <a:schemeClr val="accent1">
                    <a:lumMod val="75000"/>
                  </a:schemeClr>
                </a:solidFill>
                <a:latin typeface="Times New Roman" pitchFamily="18" charset="0"/>
                <a:cs typeface="Times New Roman" pitchFamily="18" charset="0"/>
              </a:rPr>
              <a:t>ANALYSIS</a:t>
            </a:r>
            <a:endParaRPr lang="en-IN" sz="2800" dirty="0"/>
          </a:p>
        </p:txBody>
      </p:sp>
      <p:sp>
        <p:nvSpPr>
          <p:cNvPr id="3" name="Content Placeholder 2">
            <a:extLst>
              <a:ext uri="{FF2B5EF4-FFF2-40B4-BE49-F238E27FC236}">
                <a16:creationId xmlns:a16="http://schemas.microsoft.com/office/drawing/2014/main" id="{F124DC58-100D-BDCF-75ED-D1EA0F5A3F32}"/>
              </a:ext>
            </a:extLst>
          </p:cNvPr>
          <p:cNvSpPr>
            <a:spLocks noGrp="1"/>
          </p:cNvSpPr>
          <p:nvPr>
            <p:ph idx="1"/>
          </p:nvPr>
        </p:nvSpPr>
        <p:spPr>
          <a:xfrm>
            <a:off x="838200" y="980728"/>
            <a:ext cx="10515600" cy="5244012"/>
          </a:xfrm>
        </p:spPr>
        <p:txBody>
          <a:bodyPr/>
          <a:lstStyle/>
          <a:p>
            <a:pPr marL="0" indent="0">
              <a:buNone/>
            </a:pPr>
            <a:r>
              <a:rPr lang="en-US" dirty="0"/>
              <a:t>Methodology</a:t>
            </a:r>
          </a:p>
          <a:p>
            <a:endParaRPr lang="en-US" dirty="0"/>
          </a:p>
          <a:p>
            <a:endParaRPr lang="en-US" dirty="0"/>
          </a:p>
          <a:p>
            <a:endParaRPr lang="en-US" dirty="0"/>
          </a:p>
          <a:p>
            <a:pPr marL="0" indent="0">
              <a:buNone/>
            </a:pPr>
            <a:endParaRPr lang="en-IN" dirty="0"/>
          </a:p>
        </p:txBody>
      </p:sp>
      <p:sp>
        <p:nvSpPr>
          <p:cNvPr id="4" name="Date Placeholder 3">
            <a:extLst>
              <a:ext uri="{FF2B5EF4-FFF2-40B4-BE49-F238E27FC236}">
                <a16:creationId xmlns:a16="http://schemas.microsoft.com/office/drawing/2014/main" id="{8B3D93C8-5D89-06E0-9EB5-EAB8122F812A}"/>
              </a:ext>
            </a:extLst>
          </p:cNvPr>
          <p:cNvSpPr>
            <a:spLocks noGrp="1"/>
          </p:cNvSpPr>
          <p:nvPr>
            <p:ph type="dt" sz="half" idx="10"/>
          </p:nvPr>
        </p:nvSpPr>
        <p:spPr/>
        <p:txBody>
          <a:bodyPr/>
          <a:lstStyle/>
          <a:p>
            <a:r>
              <a:rPr lang="en-US"/>
              <a:t>VII Semester, Department of ISE, RNSIT</a:t>
            </a:r>
            <a:endParaRPr lang="en-US" dirty="0"/>
          </a:p>
        </p:txBody>
      </p:sp>
      <p:sp>
        <p:nvSpPr>
          <p:cNvPr id="5" name="Footer Placeholder 4">
            <a:extLst>
              <a:ext uri="{FF2B5EF4-FFF2-40B4-BE49-F238E27FC236}">
                <a16:creationId xmlns:a16="http://schemas.microsoft.com/office/drawing/2014/main" id="{563C2F69-E4C7-67C6-49EF-2ED28BB9AFE4}"/>
              </a:ext>
            </a:extLst>
          </p:cNvPr>
          <p:cNvSpPr>
            <a:spLocks noGrp="1"/>
          </p:cNvSpPr>
          <p:nvPr>
            <p:ph type="ftr" sz="quarter" idx="11"/>
          </p:nvPr>
        </p:nvSpPr>
        <p:spPr/>
        <p:txBody>
          <a:bodyPr/>
          <a:lstStyle/>
          <a:p>
            <a:r>
              <a:rPr lang="en-US"/>
              <a:t>2024 - 2025</a:t>
            </a:r>
            <a:endParaRPr lang="en-US" dirty="0"/>
          </a:p>
        </p:txBody>
      </p:sp>
      <p:sp>
        <p:nvSpPr>
          <p:cNvPr id="6" name="Slide Number Placeholder 5">
            <a:extLst>
              <a:ext uri="{FF2B5EF4-FFF2-40B4-BE49-F238E27FC236}">
                <a16:creationId xmlns:a16="http://schemas.microsoft.com/office/drawing/2014/main" id="{69DF286A-CEF3-0BAC-7433-250555D1DF84}"/>
              </a:ext>
            </a:extLst>
          </p:cNvPr>
          <p:cNvSpPr>
            <a:spLocks noGrp="1"/>
          </p:cNvSpPr>
          <p:nvPr>
            <p:ph type="sldNum" sz="quarter" idx="12"/>
          </p:nvPr>
        </p:nvSpPr>
        <p:spPr/>
        <p:txBody>
          <a:bodyPr/>
          <a:lstStyle/>
          <a:p>
            <a:fld id="{5B4F5413-E548-45A8-B9DD-11B71454D5CA}" type="slidenum">
              <a:rPr lang="en-US" smtClean="0"/>
              <a:pPr/>
              <a:t>11</a:t>
            </a:fld>
            <a:endParaRPr lang="en-US" dirty="0"/>
          </a:p>
        </p:txBody>
      </p:sp>
      <p:pic>
        <p:nvPicPr>
          <p:cNvPr id="9" name="Picture 8">
            <a:extLst>
              <a:ext uri="{FF2B5EF4-FFF2-40B4-BE49-F238E27FC236}">
                <a16:creationId xmlns:a16="http://schemas.microsoft.com/office/drawing/2014/main" id="{25C0F3F8-557B-955C-3F05-ADA28A1AE4E4}"/>
              </a:ext>
            </a:extLst>
          </p:cNvPr>
          <p:cNvPicPr>
            <a:picLocks noChangeAspect="1"/>
          </p:cNvPicPr>
          <p:nvPr/>
        </p:nvPicPr>
        <p:blipFill>
          <a:blip r:embed="rId2">
            <a:extLst>
              <a:ext uri="{28A0092B-C50C-407E-A947-70E740481C1C}">
                <a14:useLocalDpi xmlns:a14="http://schemas.microsoft.com/office/drawing/2010/main" val="0"/>
              </a:ext>
            </a:extLst>
          </a:blip>
          <a:srcRect l="24410" r="26736"/>
          <a:stretch/>
        </p:blipFill>
        <p:spPr>
          <a:xfrm>
            <a:off x="3254524" y="980728"/>
            <a:ext cx="5682952" cy="5099647"/>
          </a:xfrm>
          <a:prstGeom prst="rect">
            <a:avLst/>
          </a:prstGeom>
        </p:spPr>
      </p:pic>
    </p:spTree>
    <p:extLst>
      <p:ext uri="{BB962C8B-B14F-4D97-AF65-F5344CB8AC3E}">
        <p14:creationId xmlns:p14="http://schemas.microsoft.com/office/powerpoint/2010/main" val="270408485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A139BD8-7977-0DF5-58DB-F64373DC8E6D}"/>
              </a:ext>
            </a:extLst>
          </p:cNvPr>
          <p:cNvSpPr>
            <a:spLocks noGrp="1"/>
          </p:cNvSpPr>
          <p:nvPr>
            <p:ph type="title"/>
          </p:nvPr>
        </p:nvSpPr>
        <p:spPr>
          <a:xfrm>
            <a:off x="814941" y="-183647"/>
            <a:ext cx="10515600" cy="1325563"/>
          </a:xfrm>
        </p:spPr>
        <p:txBody>
          <a:bodyPr>
            <a:normAutofit/>
          </a:bodyPr>
          <a:lstStyle/>
          <a:p>
            <a:pPr algn="ctr"/>
            <a:r>
              <a:rPr lang="en-US" sz="2400" dirty="0">
                <a:solidFill>
                  <a:schemeClr val="accent1">
                    <a:lumMod val="75000"/>
                  </a:schemeClr>
                </a:solidFill>
                <a:latin typeface="Times New Roman" pitchFamily="18" charset="0"/>
                <a:cs typeface="Times New Roman" pitchFamily="18" charset="0"/>
              </a:rPr>
              <a:t>A</a:t>
            </a:r>
            <a:r>
              <a:rPr lang="en-IN" sz="2400" dirty="0">
                <a:solidFill>
                  <a:schemeClr val="accent1">
                    <a:lumMod val="75000"/>
                  </a:schemeClr>
                </a:solidFill>
                <a:latin typeface="Times New Roman" pitchFamily="18" charset="0"/>
                <a:cs typeface="Times New Roman" pitchFamily="18" charset="0"/>
              </a:rPr>
              <a:t>NALYSIS</a:t>
            </a:r>
            <a:endParaRPr lang="en-IN" sz="2400" b="1" dirty="0">
              <a:solidFill>
                <a:schemeClr val="accent1">
                  <a:lumMod val="75000"/>
                </a:schemeClr>
              </a:solidFill>
              <a:latin typeface="Times New Roman" pitchFamily="18" charset="0"/>
              <a:cs typeface="Times New Roman" pitchFamily="18" charset="0"/>
            </a:endParaRPr>
          </a:p>
        </p:txBody>
      </p:sp>
      <p:pic>
        <p:nvPicPr>
          <p:cNvPr id="8" name="Content Placeholder 7">
            <a:extLst>
              <a:ext uri="{FF2B5EF4-FFF2-40B4-BE49-F238E27FC236}">
                <a16:creationId xmlns:a16="http://schemas.microsoft.com/office/drawing/2014/main" id="{8D229AD5-6075-32C9-04A2-10D3C59F2A61}"/>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814941" y="912018"/>
            <a:ext cx="10657183" cy="5033963"/>
          </a:xfrm>
        </p:spPr>
      </p:pic>
      <p:sp>
        <p:nvSpPr>
          <p:cNvPr id="4" name="Date Placeholder 3">
            <a:extLst>
              <a:ext uri="{FF2B5EF4-FFF2-40B4-BE49-F238E27FC236}">
                <a16:creationId xmlns:a16="http://schemas.microsoft.com/office/drawing/2014/main" id="{88A89A06-22FC-B31E-5B4C-19DE4D2E5570}"/>
              </a:ext>
            </a:extLst>
          </p:cNvPr>
          <p:cNvSpPr>
            <a:spLocks noGrp="1"/>
          </p:cNvSpPr>
          <p:nvPr>
            <p:ph type="dt" sz="half" idx="10"/>
          </p:nvPr>
        </p:nvSpPr>
        <p:spPr/>
        <p:txBody>
          <a:bodyPr/>
          <a:lstStyle/>
          <a:p>
            <a:r>
              <a:rPr lang="en-US"/>
              <a:t>VII Semester, Department of ISE, RNSIT</a:t>
            </a:r>
            <a:endParaRPr lang="en-US" dirty="0"/>
          </a:p>
        </p:txBody>
      </p:sp>
      <p:sp>
        <p:nvSpPr>
          <p:cNvPr id="5" name="Footer Placeholder 4">
            <a:extLst>
              <a:ext uri="{FF2B5EF4-FFF2-40B4-BE49-F238E27FC236}">
                <a16:creationId xmlns:a16="http://schemas.microsoft.com/office/drawing/2014/main" id="{9C8C9829-67DC-5E28-2F90-FB8BA2C9FA86}"/>
              </a:ext>
            </a:extLst>
          </p:cNvPr>
          <p:cNvSpPr>
            <a:spLocks noGrp="1"/>
          </p:cNvSpPr>
          <p:nvPr>
            <p:ph type="ftr" sz="quarter" idx="11"/>
          </p:nvPr>
        </p:nvSpPr>
        <p:spPr/>
        <p:txBody>
          <a:bodyPr/>
          <a:lstStyle/>
          <a:p>
            <a:r>
              <a:rPr lang="en-US"/>
              <a:t>2024 - 2025</a:t>
            </a:r>
            <a:endParaRPr lang="en-US" dirty="0"/>
          </a:p>
        </p:txBody>
      </p:sp>
      <p:sp>
        <p:nvSpPr>
          <p:cNvPr id="6" name="Slide Number Placeholder 5">
            <a:extLst>
              <a:ext uri="{FF2B5EF4-FFF2-40B4-BE49-F238E27FC236}">
                <a16:creationId xmlns:a16="http://schemas.microsoft.com/office/drawing/2014/main" id="{3E00EB2F-D4EA-6311-799E-8DD8D988C7AE}"/>
              </a:ext>
            </a:extLst>
          </p:cNvPr>
          <p:cNvSpPr>
            <a:spLocks noGrp="1"/>
          </p:cNvSpPr>
          <p:nvPr>
            <p:ph type="sldNum" sz="quarter" idx="12"/>
          </p:nvPr>
        </p:nvSpPr>
        <p:spPr/>
        <p:txBody>
          <a:bodyPr/>
          <a:lstStyle/>
          <a:p>
            <a:fld id="{5B4F5413-E548-45A8-B9DD-11B71454D5CA}" type="slidenum">
              <a:rPr lang="en-US" smtClean="0"/>
              <a:pPr/>
              <a:t>12</a:t>
            </a:fld>
            <a:endParaRPr lang="en-US" dirty="0"/>
          </a:p>
        </p:txBody>
      </p:sp>
    </p:spTree>
    <p:extLst>
      <p:ext uri="{BB962C8B-B14F-4D97-AF65-F5344CB8AC3E}">
        <p14:creationId xmlns:p14="http://schemas.microsoft.com/office/powerpoint/2010/main" val="340847458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297962"/>
            <a:ext cx="10515600" cy="694162"/>
          </a:xfrm>
        </p:spPr>
        <p:txBody>
          <a:bodyPr>
            <a:noAutofit/>
          </a:bodyPr>
          <a:lstStyle/>
          <a:p>
            <a:pPr algn="ctr"/>
            <a:r>
              <a:rPr lang="en-US" sz="3200" b="1" dirty="0">
                <a:solidFill>
                  <a:schemeClr val="accent1">
                    <a:lumMod val="75000"/>
                  </a:schemeClr>
                </a:solidFill>
                <a:latin typeface="Times New Roman" pitchFamily="18" charset="0"/>
                <a:cs typeface="Times New Roman" pitchFamily="18" charset="0"/>
              </a:rPr>
              <a:t>System Design</a:t>
            </a:r>
            <a:br>
              <a:rPr lang="en-US" sz="3200" b="1" u="sng" dirty="0">
                <a:solidFill>
                  <a:schemeClr val="tx1">
                    <a:lumMod val="75000"/>
                    <a:lumOff val="25000"/>
                  </a:schemeClr>
                </a:solidFill>
                <a:latin typeface="Times New Roman" pitchFamily="18" charset="0"/>
                <a:cs typeface="Times New Roman" pitchFamily="18" charset="0"/>
              </a:rPr>
            </a:br>
            <a:endParaRPr lang="en-US" sz="3200" b="1" u="sng" dirty="0">
              <a:solidFill>
                <a:schemeClr val="tx1">
                  <a:lumMod val="75000"/>
                  <a:lumOff val="25000"/>
                </a:schemeClr>
              </a:solidFill>
              <a:latin typeface="Times New Roman" pitchFamily="18" charset="0"/>
              <a:cs typeface="Times New Roman" pitchFamily="18" charset="0"/>
            </a:endParaRPr>
          </a:p>
        </p:txBody>
      </p:sp>
      <p:sp>
        <p:nvSpPr>
          <p:cNvPr id="6" name="Date Placeholder 5">
            <a:extLst>
              <a:ext uri="{FF2B5EF4-FFF2-40B4-BE49-F238E27FC236}">
                <a16:creationId xmlns:a16="http://schemas.microsoft.com/office/drawing/2014/main" id="{24252FCF-B27B-4BF9-9A7D-79F85AD5ADBF}"/>
              </a:ext>
            </a:extLst>
          </p:cNvPr>
          <p:cNvSpPr>
            <a:spLocks noGrp="1"/>
          </p:cNvSpPr>
          <p:nvPr>
            <p:ph type="dt" sz="half" idx="10"/>
          </p:nvPr>
        </p:nvSpPr>
        <p:spPr/>
        <p:txBody>
          <a:bodyPr/>
          <a:lstStyle/>
          <a:p>
            <a:r>
              <a:rPr lang="en-US" dirty="0"/>
              <a:t>VII Semester, Department of ISE, RNSIT</a:t>
            </a:r>
          </a:p>
        </p:txBody>
      </p:sp>
      <p:sp>
        <p:nvSpPr>
          <p:cNvPr id="5" name="Footer Placeholder 4">
            <a:extLst>
              <a:ext uri="{FF2B5EF4-FFF2-40B4-BE49-F238E27FC236}">
                <a16:creationId xmlns:a16="http://schemas.microsoft.com/office/drawing/2014/main" id="{A7B1F4F0-081C-449C-9C3A-E0B44A6D0E5F}"/>
              </a:ext>
            </a:extLst>
          </p:cNvPr>
          <p:cNvSpPr>
            <a:spLocks noGrp="1"/>
          </p:cNvSpPr>
          <p:nvPr>
            <p:ph type="ftr" sz="quarter" idx="11"/>
          </p:nvPr>
        </p:nvSpPr>
        <p:spPr/>
        <p:txBody>
          <a:bodyPr/>
          <a:lstStyle/>
          <a:p>
            <a:r>
              <a:rPr lang="en-US" dirty="0"/>
              <a:t>2024 - 2025</a:t>
            </a:r>
          </a:p>
        </p:txBody>
      </p:sp>
      <p:sp>
        <p:nvSpPr>
          <p:cNvPr id="3" name="Slide Number Placeholder 2">
            <a:extLst>
              <a:ext uri="{FF2B5EF4-FFF2-40B4-BE49-F238E27FC236}">
                <a16:creationId xmlns:a16="http://schemas.microsoft.com/office/drawing/2014/main" id="{CF9E3B61-6F68-4FD8-94BB-A850856433F6}"/>
              </a:ext>
            </a:extLst>
          </p:cNvPr>
          <p:cNvSpPr>
            <a:spLocks noGrp="1"/>
          </p:cNvSpPr>
          <p:nvPr>
            <p:ph type="sldNum" sz="quarter" idx="12"/>
          </p:nvPr>
        </p:nvSpPr>
        <p:spPr/>
        <p:txBody>
          <a:bodyPr/>
          <a:lstStyle/>
          <a:p>
            <a:fld id="{5B4F5413-E548-45A8-B9DD-11B71454D5CA}" type="slidenum">
              <a:rPr lang="en-US" smtClean="0"/>
              <a:pPr/>
              <a:t>13</a:t>
            </a:fld>
            <a:endParaRPr lang="en-US" dirty="0"/>
          </a:p>
        </p:txBody>
      </p:sp>
      <p:sp>
        <p:nvSpPr>
          <p:cNvPr id="9" name="Content Placeholder 2">
            <a:extLst>
              <a:ext uri="{FF2B5EF4-FFF2-40B4-BE49-F238E27FC236}">
                <a16:creationId xmlns:a16="http://schemas.microsoft.com/office/drawing/2014/main" id="{B5F54E7E-0CB3-497B-98EB-74178BF12B55}"/>
              </a:ext>
            </a:extLst>
          </p:cNvPr>
          <p:cNvSpPr txBox="1">
            <a:spLocks/>
          </p:cNvSpPr>
          <p:nvPr/>
        </p:nvSpPr>
        <p:spPr>
          <a:xfrm>
            <a:off x="515380" y="992124"/>
            <a:ext cx="11161240" cy="5173180"/>
          </a:xfrm>
          <a:prstGeom prst="rect">
            <a:avLst/>
          </a:prstGeom>
        </p:spPr>
        <p:txBody>
          <a:bodyPr vert="horz" lIns="91440" tIns="45720" rIns="91440" bIns="45720" rtlCol="0">
            <a:normAutofit/>
          </a:bodyPr>
          <a:lstStyle>
            <a:lvl1pPr marL="171450" indent="-171450" algn="l" defTabSz="685800" rtl="0" eaLnBrk="1" latinLnBrk="0" hangingPunct="1">
              <a:lnSpc>
                <a:spcPct val="90000"/>
              </a:lnSpc>
              <a:spcBef>
                <a:spcPts val="750"/>
              </a:spcBef>
              <a:buFont typeface="Arial" panose="020B0604020202020204" pitchFamily="34" charset="0"/>
              <a:buChar char="•"/>
              <a:defRPr sz="2100" kern="1200">
                <a:solidFill>
                  <a:schemeClr val="tx1"/>
                </a:solidFill>
                <a:latin typeface="+mn-lt"/>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sz="1800" kern="1200">
                <a:solidFill>
                  <a:schemeClr val="tx1"/>
                </a:solidFill>
                <a:latin typeface="+mn-lt"/>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500" kern="1200">
                <a:solidFill>
                  <a:schemeClr val="tx1"/>
                </a:solidFill>
                <a:latin typeface="+mn-lt"/>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a:lstStyle>
          <a:p>
            <a:pPr marL="0" indent="0">
              <a:lnSpc>
                <a:spcPct val="150000"/>
              </a:lnSpc>
              <a:buNone/>
            </a:pPr>
            <a:endParaRPr lang="en-US" b="1" dirty="0">
              <a:latin typeface="Times New Roman" pitchFamily="18" charset="0"/>
              <a:cs typeface="Times New Roman" pitchFamily="18" charset="0"/>
            </a:endParaRPr>
          </a:p>
        </p:txBody>
      </p:sp>
      <p:pic>
        <p:nvPicPr>
          <p:cNvPr id="4" name="Picture 3">
            <a:extLst>
              <a:ext uri="{FF2B5EF4-FFF2-40B4-BE49-F238E27FC236}">
                <a16:creationId xmlns:a16="http://schemas.microsoft.com/office/drawing/2014/main" id="{61E37121-144E-2DEB-B7C7-1BEEE72774F2}"/>
              </a:ext>
            </a:extLst>
          </p:cNvPr>
          <p:cNvPicPr>
            <a:picLocks noChangeAspect="1"/>
          </p:cNvPicPr>
          <p:nvPr/>
        </p:nvPicPr>
        <p:blipFill>
          <a:blip r:embed="rId3"/>
          <a:stretch>
            <a:fillRect/>
          </a:stretch>
        </p:blipFill>
        <p:spPr>
          <a:xfrm>
            <a:off x="857693" y="1183170"/>
            <a:ext cx="10818927" cy="5057927"/>
          </a:xfrm>
          <a:prstGeom prst="rect">
            <a:avLst/>
          </a:prstGeom>
        </p:spPr>
      </p:pic>
      <p:pic>
        <p:nvPicPr>
          <p:cNvPr id="8" name="Picture 7">
            <a:extLst>
              <a:ext uri="{FF2B5EF4-FFF2-40B4-BE49-F238E27FC236}">
                <a16:creationId xmlns:a16="http://schemas.microsoft.com/office/drawing/2014/main" id="{5BA75A05-9D73-E836-DC99-B2A2E805B73D}"/>
              </a:ext>
            </a:extLst>
          </p:cNvPr>
          <p:cNvPicPr>
            <a:picLocks noChangeAspect="1"/>
          </p:cNvPicPr>
          <p:nvPr/>
        </p:nvPicPr>
        <p:blipFill>
          <a:blip r:embed="rId4"/>
          <a:stretch>
            <a:fillRect/>
          </a:stretch>
        </p:blipFill>
        <p:spPr>
          <a:xfrm>
            <a:off x="3597086" y="2852936"/>
            <a:ext cx="1346786" cy="1395529"/>
          </a:xfrm>
          <a:prstGeom prst="rect">
            <a:avLst/>
          </a:prstGeom>
        </p:spPr>
      </p:pic>
      <p:pic>
        <p:nvPicPr>
          <p:cNvPr id="11" name="Picture 10">
            <a:extLst>
              <a:ext uri="{FF2B5EF4-FFF2-40B4-BE49-F238E27FC236}">
                <a16:creationId xmlns:a16="http://schemas.microsoft.com/office/drawing/2014/main" id="{8B5532A7-4047-7805-1B1A-73BA0A075230}"/>
              </a:ext>
            </a:extLst>
          </p:cNvPr>
          <p:cNvPicPr>
            <a:picLocks noChangeAspect="1"/>
          </p:cNvPicPr>
          <p:nvPr/>
        </p:nvPicPr>
        <p:blipFill>
          <a:blip r:embed="rId5"/>
          <a:stretch>
            <a:fillRect/>
          </a:stretch>
        </p:blipFill>
        <p:spPr>
          <a:xfrm>
            <a:off x="3597086" y="3117796"/>
            <a:ext cx="1363366" cy="622407"/>
          </a:xfrm>
          <a:prstGeom prst="rect">
            <a:avLst/>
          </a:prstGeom>
        </p:spPr>
      </p:pic>
      <p:pic>
        <p:nvPicPr>
          <p:cNvPr id="10" name="Picture 9">
            <a:extLst>
              <a:ext uri="{FF2B5EF4-FFF2-40B4-BE49-F238E27FC236}">
                <a16:creationId xmlns:a16="http://schemas.microsoft.com/office/drawing/2014/main" id="{ED713F60-7C45-E485-82C7-7022C390C670}"/>
              </a:ext>
            </a:extLst>
          </p:cNvPr>
          <p:cNvPicPr>
            <a:picLocks noChangeAspect="1"/>
          </p:cNvPicPr>
          <p:nvPr/>
        </p:nvPicPr>
        <p:blipFill>
          <a:blip r:embed="rId6"/>
          <a:stretch>
            <a:fillRect/>
          </a:stretch>
        </p:blipFill>
        <p:spPr>
          <a:xfrm>
            <a:off x="7824192" y="1556792"/>
            <a:ext cx="1224136" cy="911276"/>
          </a:xfrm>
          <a:prstGeom prst="rect">
            <a:avLst/>
          </a:prstGeom>
        </p:spPr>
      </p:pic>
      <p:pic>
        <p:nvPicPr>
          <p:cNvPr id="12" name="Picture 11">
            <a:extLst>
              <a:ext uri="{FF2B5EF4-FFF2-40B4-BE49-F238E27FC236}">
                <a16:creationId xmlns:a16="http://schemas.microsoft.com/office/drawing/2014/main" id="{4F4E2577-A83F-70A4-A453-ABBF4DFB9AA8}"/>
              </a:ext>
            </a:extLst>
          </p:cNvPr>
          <p:cNvPicPr>
            <a:picLocks noChangeAspect="1"/>
          </p:cNvPicPr>
          <p:nvPr/>
        </p:nvPicPr>
        <p:blipFill>
          <a:blip r:embed="rId6"/>
          <a:stretch>
            <a:fillRect/>
          </a:stretch>
        </p:blipFill>
        <p:spPr>
          <a:xfrm>
            <a:off x="7998532" y="3875855"/>
            <a:ext cx="1121804" cy="705273"/>
          </a:xfrm>
          <a:prstGeom prst="rect">
            <a:avLst/>
          </a:prstGeom>
        </p:spPr>
      </p:pic>
      <p:pic>
        <p:nvPicPr>
          <p:cNvPr id="13" name="Picture 12">
            <a:extLst>
              <a:ext uri="{FF2B5EF4-FFF2-40B4-BE49-F238E27FC236}">
                <a16:creationId xmlns:a16="http://schemas.microsoft.com/office/drawing/2014/main" id="{78E729FB-D66C-5B92-9EC4-CC7C7C1B5477}"/>
              </a:ext>
            </a:extLst>
          </p:cNvPr>
          <p:cNvPicPr>
            <a:picLocks noChangeAspect="1"/>
          </p:cNvPicPr>
          <p:nvPr/>
        </p:nvPicPr>
        <p:blipFill>
          <a:blip r:embed="rId6"/>
          <a:stretch>
            <a:fillRect/>
          </a:stretch>
        </p:blipFill>
        <p:spPr>
          <a:xfrm>
            <a:off x="7896200" y="4953884"/>
            <a:ext cx="1224136" cy="635356"/>
          </a:xfrm>
          <a:prstGeom prst="rect">
            <a:avLst/>
          </a:prstGeom>
        </p:spPr>
      </p:pic>
      <p:sp>
        <p:nvSpPr>
          <p:cNvPr id="16" name="TextBox 15">
            <a:extLst>
              <a:ext uri="{FF2B5EF4-FFF2-40B4-BE49-F238E27FC236}">
                <a16:creationId xmlns:a16="http://schemas.microsoft.com/office/drawing/2014/main" id="{8CBA97C7-7D3F-9FE8-F87D-66367D770E53}"/>
              </a:ext>
            </a:extLst>
          </p:cNvPr>
          <p:cNvSpPr txBox="1"/>
          <p:nvPr/>
        </p:nvSpPr>
        <p:spPr>
          <a:xfrm>
            <a:off x="7824192" y="1609021"/>
            <a:ext cx="1224136" cy="646331"/>
          </a:xfrm>
          <a:prstGeom prst="rect">
            <a:avLst/>
          </a:prstGeom>
          <a:noFill/>
        </p:spPr>
        <p:txBody>
          <a:bodyPr wrap="square">
            <a:spAutoFit/>
          </a:bodyPr>
          <a:lstStyle/>
          <a:p>
            <a:r>
              <a:rPr lang="en-US" b="1" dirty="0"/>
              <a:t>Fake plate detection</a:t>
            </a:r>
            <a:endParaRPr lang="en-IN" b="1" dirty="0"/>
          </a:p>
        </p:txBody>
      </p:sp>
      <p:sp>
        <p:nvSpPr>
          <p:cNvPr id="19" name="TextBox 18">
            <a:extLst>
              <a:ext uri="{FF2B5EF4-FFF2-40B4-BE49-F238E27FC236}">
                <a16:creationId xmlns:a16="http://schemas.microsoft.com/office/drawing/2014/main" id="{7509B460-76CE-0FAA-4471-06D091064664}"/>
              </a:ext>
            </a:extLst>
          </p:cNvPr>
          <p:cNvSpPr txBox="1"/>
          <p:nvPr/>
        </p:nvSpPr>
        <p:spPr>
          <a:xfrm>
            <a:off x="7798246" y="3786800"/>
            <a:ext cx="1512168" cy="923330"/>
          </a:xfrm>
          <a:prstGeom prst="rect">
            <a:avLst/>
          </a:prstGeom>
          <a:noFill/>
        </p:spPr>
        <p:txBody>
          <a:bodyPr wrap="square">
            <a:spAutoFit/>
          </a:bodyPr>
          <a:lstStyle/>
          <a:p>
            <a:pPr algn="ctr"/>
            <a:r>
              <a:rPr lang="en-US" b="1" dirty="0"/>
              <a:t>Riding without helmet</a:t>
            </a:r>
            <a:endParaRPr lang="en-IN" b="1" dirty="0"/>
          </a:p>
        </p:txBody>
      </p:sp>
      <p:sp>
        <p:nvSpPr>
          <p:cNvPr id="20" name="TextBox 19">
            <a:extLst>
              <a:ext uri="{FF2B5EF4-FFF2-40B4-BE49-F238E27FC236}">
                <a16:creationId xmlns:a16="http://schemas.microsoft.com/office/drawing/2014/main" id="{6B95BAEB-B2A9-730E-7FDE-60AC36C9BB4B}"/>
              </a:ext>
            </a:extLst>
          </p:cNvPr>
          <p:cNvSpPr txBox="1"/>
          <p:nvPr/>
        </p:nvSpPr>
        <p:spPr>
          <a:xfrm>
            <a:off x="7710500" y="5061696"/>
            <a:ext cx="1800200" cy="369332"/>
          </a:xfrm>
          <a:prstGeom prst="rect">
            <a:avLst/>
          </a:prstGeom>
          <a:noFill/>
        </p:spPr>
        <p:txBody>
          <a:bodyPr wrap="square">
            <a:spAutoFit/>
          </a:bodyPr>
          <a:lstStyle/>
          <a:p>
            <a:r>
              <a:rPr lang="en-US" b="1" dirty="0"/>
              <a:t>Emission test</a:t>
            </a:r>
            <a:endParaRPr lang="en-IN" b="1" dirty="0"/>
          </a:p>
        </p:txBody>
      </p:sp>
      <p:pic>
        <p:nvPicPr>
          <p:cNvPr id="17" name="Picture 16">
            <a:extLst>
              <a:ext uri="{FF2B5EF4-FFF2-40B4-BE49-F238E27FC236}">
                <a16:creationId xmlns:a16="http://schemas.microsoft.com/office/drawing/2014/main" id="{7A37DC13-EAD7-AE6F-FA9A-9F205FEAA029}"/>
              </a:ext>
            </a:extLst>
          </p:cNvPr>
          <p:cNvPicPr>
            <a:picLocks noChangeAspect="1"/>
          </p:cNvPicPr>
          <p:nvPr/>
        </p:nvPicPr>
        <p:blipFill>
          <a:blip r:embed="rId7"/>
          <a:stretch>
            <a:fillRect/>
          </a:stretch>
        </p:blipFill>
        <p:spPr>
          <a:xfrm>
            <a:off x="1703512" y="2468067"/>
            <a:ext cx="701101" cy="649729"/>
          </a:xfrm>
          <a:prstGeom prst="rect">
            <a:avLst/>
          </a:prstGeom>
        </p:spPr>
      </p:pic>
      <p:pic>
        <p:nvPicPr>
          <p:cNvPr id="21" name="Picture 20">
            <a:extLst>
              <a:ext uri="{FF2B5EF4-FFF2-40B4-BE49-F238E27FC236}">
                <a16:creationId xmlns:a16="http://schemas.microsoft.com/office/drawing/2014/main" id="{8DAB2411-B773-3639-F2CE-82E5EE12C876}"/>
              </a:ext>
            </a:extLst>
          </p:cNvPr>
          <p:cNvPicPr>
            <a:picLocks noChangeAspect="1"/>
          </p:cNvPicPr>
          <p:nvPr/>
        </p:nvPicPr>
        <p:blipFill>
          <a:blip r:embed="rId8"/>
          <a:stretch>
            <a:fillRect/>
          </a:stretch>
        </p:blipFill>
        <p:spPr>
          <a:xfrm>
            <a:off x="3143672" y="1932186"/>
            <a:ext cx="289585" cy="129551"/>
          </a:xfrm>
          <a:prstGeom prst="rect">
            <a:avLst/>
          </a:prstGeom>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136525"/>
            <a:ext cx="10515600" cy="694162"/>
          </a:xfrm>
        </p:spPr>
        <p:txBody>
          <a:bodyPr>
            <a:noAutofit/>
          </a:bodyPr>
          <a:lstStyle/>
          <a:p>
            <a:pPr algn="ctr"/>
            <a:r>
              <a:rPr lang="en-US" sz="3200" b="1" dirty="0">
                <a:solidFill>
                  <a:schemeClr val="accent1">
                    <a:lumMod val="75000"/>
                  </a:schemeClr>
                </a:solidFill>
                <a:latin typeface="Times New Roman" pitchFamily="18" charset="0"/>
                <a:cs typeface="Times New Roman" pitchFamily="18" charset="0"/>
              </a:rPr>
              <a:t>Implementation</a:t>
            </a:r>
            <a:endParaRPr lang="en-US" sz="3200" b="1" u="sng" dirty="0">
              <a:solidFill>
                <a:schemeClr val="tx1">
                  <a:lumMod val="75000"/>
                  <a:lumOff val="25000"/>
                </a:schemeClr>
              </a:solidFill>
              <a:latin typeface="Times New Roman" pitchFamily="18" charset="0"/>
              <a:cs typeface="Times New Roman" pitchFamily="18" charset="0"/>
            </a:endParaRPr>
          </a:p>
        </p:txBody>
      </p:sp>
      <p:sp>
        <p:nvSpPr>
          <p:cNvPr id="6" name="Date Placeholder 5">
            <a:extLst>
              <a:ext uri="{FF2B5EF4-FFF2-40B4-BE49-F238E27FC236}">
                <a16:creationId xmlns:a16="http://schemas.microsoft.com/office/drawing/2014/main" id="{24252FCF-B27B-4BF9-9A7D-79F85AD5ADBF}"/>
              </a:ext>
            </a:extLst>
          </p:cNvPr>
          <p:cNvSpPr>
            <a:spLocks noGrp="1"/>
          </p:cNvSpPr>
          <p:nvPr>
            <p:ph type="dt" sz="half" idx="10"/>
          </p:nvPr>
        </p:nvSpPr>
        <p:spPr/>
        <p:txBody>
          <a:bodyPr/>
          <a:lstStyle/>
          <a:p>
            <a:r>
              <a:rPr lang="en-US" dirty="0"/>
              <a:t>VII Semester, Department of ISE, RNSIT</a:t>
            </a:r>
          </a:p>
        </p:txBody>
      </p:sp>
      <p:sp>
        <p:nvSpPr>
          <p:cNvPr id="5" name="Footer Placeholder 4">
            <a:extLst>
              <a:ext uri="{FF2B5EF4-FFF2-40B4-BE49-F238E27FC236}">
                <a16:creationId xmlns:a16="http://schemas.microsoft.com/office/drawing/2014/main" id="{A7B1F4F0-081C-449C-9C3A-E0B44A6D0E5F}"/>
              </a:ext>
            </a:extLst>
          </p:cNvPr>
          <p:cNvSpPr>
            <a:spLocks noGrp="1"/>
          </p:cNvSpPr>
          <p:nvPr>
            <p:ph type="ftr" sz="quarter" idx="11"/>
          </p:nvPr>
        </p:nvSpPr>
        <p:spPr/>
        <p:txBody>
          <a:bodyPr/>
          <a:lstStyle/>
          <a:p>
            <a:r>
              <a:rPr lang="en-US" dirty="0"/>
              <a:t>2024 - 2025</a:t>
            </a:r>
          </a:p>
        </p:txBody>
      </p:sp>
      <p:sp>
        <p:nvSpPr>
          <p:cNvPr id="3" name="Slide Number Placeholder 2">
            <a:extLst>
              <a:ext uri="{FF2B5EF4-FFF2-40B4-BE49-F238E27FC236}">
                <a16:creationId xmlns:a16="http://schemas.microsoft.com/office/drawing/2014/main" id="{8FF483D0-FC24-4C7F-A767-4599303441E0}"/>
              </a:ext>
            </a:extLst>
          </p:cNvPr>
          <p:cNvSpPr>
            <a:spLocks noGrp="1"/>
          </p:cNvSpPr>
          <p:nvPr>
            <p:ph type="sldNum" sz="quarter" idx="12"/>
          </p:nvPr>
        </p:nvSpPr>
        <p:spPr/>
        <p:txBody>
          <a:bodyPr/>
          <a:lstStyle/>
          <a:p>
            <a:fld id="{5B4F5413-E548-45A8-B9DD-11B71454D5CA}" type="slidenum">
              <a:rPr lang="en-US" smtClean="0"/>
              <a:pPr/>
              <a:t>14</a:t>
            </a:fld>
            <a:endParaRPr lang="en-US" dirty="0"/>
          </a:p>
        </p:txBody>
      </p:sp>
      <p:sp>
        <p:nvSpPr>
          <p:cNvPr id="9" name="Content Placeholder 2">
            <a:hlinkClick r:id="rId3" action="ppaction://hlinkfile"/>
            <a:extLst>
              <a:ext uri="{FF2B5EF4-FFF2-40B4-BE49-F238E27FC236}">
                <a16:creationId xmlns:a16="http://schemas.microsoft.com/office/drawing/2014/main" id="{B5F54E7E-0CB3-497B-98EB-74178BF12B55}"/>
              </a:ext>
            </a:extLst>
          </p:cNvPr>
          <p:cNvSpPr txBox="1">
            <a:spLocks/>
          </p:cNvSpPr>
          <p:nvPr/>
        </p:nvSpPr>
        <p:spPr>
          <a:xfrm>
            <a:off x="479376" y="992124"/>
            <a:ext cx="11233248" cy="4957156"/>
          </a:xfrm>
          <a:prstGeom prst="rect">
            <a:avLst/>
          </a:prstGeom>
        </p:spPr>
        <p:txBody>
          <a:bodyPr vert="horz" lIns="91440" tIns="45720" rIns="91440" bIns="45720" rtlCol="0">
            <a:normAutofit/>
          </a:bodyPr>
          <a:lstStyle>
            <a:lvl1pPr marL="171450" indent="-171450" algn="l" defTabSz="685800" rtl="0" eaLnBrk="1" latinLnBrk="0" hangingPunct="1">
              <a:lnSpc>
                <a:spcPct val="90000"/>
              </a:lnSpc>
              <a:spcBef>
                <a:spcPts val="750"/>
              </a:spcBef>
              <a:buFont typeface="Arial" panose="020B0604020202020204" pitchFamily="34" charset="0"/>
              <a:buChar char="•"/>
              <a:defRPr sz="2100" kern="1200">
                <a:solidFill>
                  <a:schemeClr val="tx1"/>
                </a:solidFill>
                <a:latin typeface="+mn-lt"/>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sz="1800" kern="1200">
                <a:solidFill>
                  <a:schemeClr val="tx1"/>
                </a:solidFill>
                <a:latin typeface="+mn-lt"/>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500" kern="1200">
                <a:solidFill>
                  <a:schemeClr val="tx1"/>
                </a:solidFill>
                <a:latin typeface="+mn-lt"/>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a:lstStyle>
          <a:p>
            <a:pPr marL="0" indent="0">
              <a:lnSpc>
                <a:spcPct val="150000"/>
              </a:lnSpc>
              <a:buNone/>
            </a:pPr>
            <a:r>
              <a:rPr lang="en-US" sz="1400" dirty="0"/>
              <a:t>Computer vision and machine learning techniques can be used to automatically identify and classify different types of vehicles. Object detection algorithms such as YOLOv3 can be used to detect vehicles in real-time. The system can classify vehicles into different categories such as cars, trucks, motorcycles, and buses.</a:t>
            </a:r>
            <a:r>
              <a:rPr lang="en-US" sz="1400" b="1" dirty="0">
                <a:latin typeface="Times New Roman" pitchFamily="18" charset="0"/>
                <a:cs typeface="Times New Roman" pitchFamily="18" charset="0"/>
              </a:rPr>
              <a:t> </a:t>
            </a:r>
          </a:p>
        </p:txBody>
      </p:sp>
      <p:pic>
        <p:nvPicPr>
          <p:cNvPr id="16" name="Picture 15">
            <a:extLst>
              <a:ext uri="{FF2B5EF4-FFF2-40B4-BE49-F238E27FC236}">
                <a16:creationId xmlns:a16="http://schemas.microsoft.com/office/drawing/2014/main" id="{3018F92E-C04E-BA59-D743-10678AD4E5E9}"/>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3788757" y="2114090"/>
            <a:ext cx="4667901" cy="3115110"/>
          </a:xfrm>
          <a:prstGeom prst="rect">
            <a:avLst/>
          </a:prstGeom>
        </p:spPr>
      </p:pic>
      <p:pic>
        <p:nvPicPr>
          <p:cNvPr id="18" name="Picture 17">
            <a:extLst>
              <a:ext uri="{FF2B5EF4-FFF2-40B4-BE49-F238E27FC236}">
                <a16:creationId xmlns:a16="http://schemas.microsoft.com/office/drawing/2014/main" id="{8AB21C93-E8F3-EA85-4E4A-F56F99E60339}"/>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623298" y="2276873"/>
            <a:ext cx="2892261" cy="2476188"/>
          </a:xfrm>
          <a:prstGeom prst="rect">
            <a:avLst/>
          </a:prstGeom>
        </p:spPr>
      </p:pic>
      <p:pic>
        <p:nvPicPr>
          <p:cNvPr id="20" name="Picture 19">
            <a:extLst>
              <a:ext uri="{FF2B5EF4-FFF2-40B4-BE49-F238E27FC236}">
                <a16:creationId xmlns:a16="http://schemas.microsoft.com/office/drawing/2014/main" id="{CDA9EB2A-C22B-84BE-4E70-8855AAF38A83}"/>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8729856" y="2095226"/>
            <a:ext cx="2838846" cy="3115110"/>
          </a:xfrm>
          <a:prstGeom prst="rect">
            <a:avLst/>
          </a:prstGeom>
        </p:spPr>
      </p:pic>
      <p:sp>
        <p:nvSpPr>
          <p:cNvPr id="31" name="TextBox 30">
            <a:extLst>
              <a:ext uri="{FF2B5EF4-FFF2-40B4-BE49-F238E27FC236}">
                <a16:creationId xmlns:a16="http://schemas.microsoft.com/office/drawing/2014/main" id="{4440632D-A656-3C65-9C5B-FF7E2172D9B9}"/>
              </a:ext>
            </a:extLst>
          </p:cNvPr>
          <p:cNvSpPr txBox="1"/>
          <p:nvPr/>
        </p:nvSpPr>
        <p:spPr>
          <a:xfrm>
            <a:off x="8729856" y="5169088"/>
            <a:ext cx="3148500" cy="461665"/>
          </a:xfrm>
          <a:prstGeom prst="rect">
            <a:avLst/>
          </a:prstGeom>
          <a:noFill/>
        </p:spPr>
        <p:txBody>
          <a:bodyPr wrap="square" rtlCol="0">
            <a:spAutoFit/>
          </a:bodyPr>
          <a:lstStyle/>
          <a:p>
            <a:r>
              <a:rPr lang="en-US" sz="1200" dirty="0">
                <a:latin typeface="Times New Roman" panose="02020603050405020304" pitchFamily="18" charset="0"/>
                <a:cs typeface="Times New Roman" panose="02020603050405020304" pitchFamily="18" charset="0"/>
              </a:rPr>
              <a:t>Figure - Realtime detection of Vehicles and Number plates</a:t>
            </a:r>
            <a:endParaRPr lang="en-IN" sz="1200" dirty="0">
              <a:latin typeface="Times New Roman" panose="02020603050405020304" pitchFamily="18" charset="0"/>
              <a:cs typeface="Times New Roman" panose="02020603050405020304" pitchFamily="18" charset="0"/>
            </a:endParaRPr>
          </a:p>
        </p:txBody>
      </p:sp>
      <p:sp>
        <p:nvSpPr>
          <p:cNvPr id="33" name="TextBox 32">
            <a:extLst>
              <a:ext uri="{FF2B5EF4-FFF2-40B4-BE49-F238E27FC236}">
                <a16:creationId xmlns:a16="http://schemas.microsoft.com/office/drawing/2014/main" id="{2900E3CE-7F28-9B29-8151-DE69BFF1F2F2}"/>
              </a:ext>
            </a:extLst>
          </p:cNvPr>
          <p:cNvSpPr txBox="1"/>
          <p:nvPr/>
        </p:nvSpPr>
        <p:spPr>
          <a:xfrm>
            <a:off x="3762049" y="5229200"/>
            <a:ext cx="4566199" cy="461665"/>
          </a:xfrm>
          <a:prstGeom prst="rect">
            <a:avLst/>
          </a:prstGeom>
          <a:noFill/>
        </p:spPr>
        <p:txBody>
          <a:bodyPr wrap="square" rtlCol="0">
            <a:spAutoFit/>
          </a:bodyPr>
          <a:lstStyle/>
          <a:p>
            <a:r>
              <a:rPr lang="en-IN" sz="1200" dirty="0">
                <a:latin typeface="Times New Roman" panose="02020603050405020304" pitchFamily="18" charset="0"/>
                <a:cs typeface="Times New Roman" panose="02020603050405020304" pitchFamily="18" charset="0"/>
              </a:rPr>
              <a:t>Figure - Object detection algorithm such as YOLOv3 can be used to detect motorcyclists and helmets in real time</a:t>
            </a:r>
          </a:p>
        </p:txBody>
      </p:sp>
      <p:sp>
        <p:nvSpPr>
          <p:cNvPr id="34" name="TextBox 33">
            <a:extLst>
              <a:ext uri="{FF2B5EF4-FFF2-40B4-BE49-F238E27FC236}">
                <a16:creationId xmlns:a16="http://schemas.microsoft.com/office/drawing/2014/main" id="{96BF8998-6668-228D-6DF1-13149145CAA1}"/>
              </a:ext>
            </a:extLst>
          </p:cNvPr>
          <p:cNvSpPr txBox="1"/>
          <p:nvPr/>
        </p:nvSpPr>
        <p:spPr>
          <a:xfrm>
            <a:off x="623298" y="4914498"/>
            <a:ext cx="2865553" cy="646331"/>
          </a:xfrm>
          <a:prstGeom prst="rect">
            <a:avLst/>
          </a:prstGeom>
          <a:noFill/>
        </p:spPr>
        <p:txBody>
          <a:bodyPr wrap="square" rtlCol="0">
            <a:spAutoFit/>
          </a:bodyPr>
          <a:lstStyle/>
          <a:p>
            <a:r>
              <a:rPr lang="en-IN" sz="1200" dirty="0">
                <a:latin typeface="Times New Roman" panose="02020603050405020304" pitchFamily="18" charset="0"/>
                <a:cs typeface="Times New Roman" panose="02020603050405020304" pitchFamily="18" charset="0"/>
              </a:rPr>
              <a:t>Figure - Optical character recognition can be used for character recognition on the extracted number plate </a:t>
            </a:r>
          </a:p>
        </p:txBody>
      </p:sp>
    </p:spTree>
    <p:extLst>
      <p:ext uri="{BB962C8B-B14F-4D97-AF65-F5344CB8AC3E}">
        <p14:creationId xmlns:p14="http://schemas.microsoft.com/office/powerpoint/2010/main" val="2692382714"/>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41E3859-BADC-770C-9FF9-721F49B70A5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2E9AB4E-F4AA-4297-BC51-6F06E45ABA32}"/>
              </a:ext>
            </a:extLst>
          </p:cNvPr>
          <p:cNvSpPr>
            <a:spLocks noGrp="1"/>
          </p:cNvSpPr>
          <p:nvPr>
            <p:ph type="title"/>
          </p:nvPr>
        </p:nvSpPr>
        <p:spPr>
          <a:xfrm>
            <a:off x="838200" y="136525"/>
            <a:ext cx="10515600" cy="694162"/>
          </a:xfrm>
        </p:spPr>
        <p:txBody>
          <a:bodyPr>
            <a:noAutofit/>
          </a:bodyPr>
          <a:lstStyle/>
          <a:p>
            <a:pPr algn="ctr"/>
            <a:r>
              <a:rPr lang="en-US" sz="3200" b="1" dirty="0">
                <a:solidFill>
                  <a:schemeClr val="accent1">
                    <a:lumMod val="75000"/>
                  </a:schemeClr>
                </a:solidFill>
                <a:latin typeface="Times New Roman" pitchFamily="18" charset="0"/>
                <a:cs typeface="Times New Roman" pitchFamily="18" charset="0"/>
              </a:rPr>
              <a:t>Results and Discussions</a:t>
            </a:r>
            <a:endParaRPr lang="en-US" sz="3200" b="1" u="sng" dirty="0">
              <a:solidFill>
                <a:schemeClr val="tx1">
                  <a:lumMod val="75000"/>
                  <a:lumOff val="25000"/>
                </a:schemeClr>
              </a:solidFill>
              <a:latin typeface="Times New Roman" pitchFamily="18" charset="0"/>
              <a:cs typeface="Times New Roman" pitchFamily="18" charset="0"/>
            </a:endParaRPr>
          </a:p>
        </p:txBody>
      </p:sp>
      <p:sp>
        <p:nvSpPr>
          <p:cNvPr id="6" name="Date Placeholder 5">
            <a:extLst>
              <a:ext uri="{FF2B5EF4-FFF2-40B4-BE49-F238E27FC236}">
                <a16:creationId xmlns:a16="http://schemas.microsoft.com/office/drawing/2014/main" id="{6B5BB2F6-DD14-86FB-85EB-FE0F5F7E75A1}"/>
              </a:ext>
            </a:extLst>
          </p:cNvPr>
          <p:cNvSpPr>
            <a:spLocks noGrp="1"/>
          </p:cNvSpPr>
          <p:nvPr>
            <p:ph type="dt" sz="half" idx="10"/>
          </p:nvPr>
        </p:nvSpPr>
        <p:spPr/>
        <p:txBody>
          <a:bodyPr/>
          <a:lstStyle/>
          <a:p>
            <a:r>
              <a:rPr lang="en-US" dirty="0"/>
              <a:t>VII Semester, Department of ISE, RNSIT</a:t>
            </a:r>
          </a:p>
        </p:txBody>
      </p:sp>
      <p:sp>
        <p:nvSpPr>
          <p:cNvPr id="5" name="Footer Placeholder 4">
            <a:extLst>
              <a:ext uri="{FF2B5EF4-FFF2-40B4-BE49-F238E27FC236}">
                <a16:creationId xmlns:a16="http://schemas.microsoft.com/office/drawing/2014/main" id="{F20FCD6D-6E05-C8B7-C8F3-A01E5786CC7A}"/>
              </a:ext>
            </a:extLst>
          </p:cNvPr>
          <p:cNvSpPr>
            <a:spLocks noGrp="1"/>
          </p:cNvSpPr>
          <p:nvPr>
            <p:ph type="ftr" sz="quarter" idx="11"/>
          </p:nvPr>
        </p:nvSpPr>
        <p:spPr/>
        <p:txBody>
          <a:bodyPr/>
          <a:lstStyle/>
          <a:p>
            <a:r>
              <a:rPr lang="en-US" dirty="0"/>
              <a:t>2024 - 2025</a:t>
            </a:r>
          </a:p>
        </p:txBody>
      </p:sp>
      <p:sp>
        <p:nvSpPr>
          <p:cNvPr id="3" name="Slide Number Placeholder 2">
            <a:extLst>
              <a:ext uri="{FF2B5EF4-FFF2-40B4-BE49-F238E27FC236}">
                <a16:creationId xmlns:a16="http://schemas.microsoft.com/office/drawing/2014/main" id="{1EC0A0AC-680D-C55D-0022-64B6A7D8DFAA}"/>
              </a:ext>
            </a:extLst>
          </p:cNvPr>
          <p:cNvSpPr>
            <a:spLocks noGrp="1"/>
          </p:cNvSpPr>
          <p:nvPr>
            <p:ph type="sldNum" sz="quarter" idx="12"/>
          </p:nvPr>
        </p:nvSpPr>
        <p:spPr/>
        <p:txBody>
          <a:bodyPr/>
          <a:lstStyle/>
          <a:p>
            <a:fld id="{5B4F5413-E548-45A8-B9DD-11B71454D5CA}" type="slidenum">
              <a:rPr lang="en-US" smtClean="0"/>
              <a:pPr/>
              <a:t>15</a:t>
            </a:fld>
            <a:endParaRPr lang="en-US" dirty="0"/>
          </a:p>
        </p:txBody>
      </p:sp>
      <p:sp>
        <p:nvSpPr>
          <p:cNvPr id="9" name="Content Placeholder 2">
            <a:extLst>
              <a:ext uri="{FF2B5EF4-FFF2-40B4-BE49-F238E27FC236}">
                <a16:creationId xmlns:a16="http://schemas.microsoft.com/office/drawing/2014/main" id="{9258188D-CF54-3620-BC56-8687A429E046}"/>
              </a:ext>
            </a:extLst>
          </p:cNvPr>
          <p:cNvSpPr txBox="1">
            <a:spLocks/>
          </p:cNvSpPr>
          <p:nvPr/>
        </p:nvSpPr>
        <p:spPr>
          <a:xfrm>
            <a:off x="479376" y="992124"/>
            <a:ext cx="11233248" cy="5173180"/>
          </a:xfrm>
          <a:prstGeom prst="rect">
            <a:avLst/>
          </a:prstGeom>
        </p:spPr>
        <p:txBody>
          <a:bodyPr vert="horz" lIns="91440" tIns="45720" rIns="91440" bIns="45720" rtlCol="0">
            <a:normAutofit/>
          </a:bodyPr>
          <a:lstStyle>
            <a:lvl1pPr marL="171450" indent="-171450" algn="l" defTabSz="685800" rtl="0" eaLnBrk="1" latinLnBrk="0" hangingPunct="1">
              <a:lnSpc>
                <a:spcPct val="90000"/>
              </a:lnSpc>
              <a:spcBef>
                <a:spcPts val="750"/>
              </a:spcBef>
              <a:buFont typeface="Arial" panose="020B0604020202020204" pitchFamily="34" charset="0"/>
              <a:buChar char="•"/>
              <a:defRPr sz="2100" kern="1200">
                <a:solidFill>
                  <a:schemeClr val="tx1"/>
                </a:solidFill>
                <a:latin typeface="+mn-lt"/>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sz="1800" kern="1200">
                <a:solidFill>
                  <a:schemeClr val="tx1"/>
                </a:solidFill>
                <a:latin typeface="+mn-lt"/>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500" kern="1200">
                <a:solidFill>
                  <a:schemeClr val="tx1"/>
                </a:solidFill>
                <a:latin typeface="+mn-lt"/>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a:lstStyle>
          <a:p>
            <a:pPr marL="0" indent="0">
              <a:lnSpc>
                <a:spcPct val="150000"/>
              </a:lnSpc>
              <a:buNone/>
            </a:pPr>
            <a:endParaRPr lang="en-IN" sz="1800" b="1" dirty="0">
              <a:solidFill>
                <a:schemeClr val="tx1">
                  <a:lumMod val="75000"/>
                  <a:lumOff val="25000"/>
                </a:schemeClr>
              </a:solidFill>
              <a:latin typeface="Times New Roman" pitchFamily="18" charset="0"/>
              <a:cs typeface="Times New Roman" pitchFamily="18" charset="0"/>
            </a:endParaRPr>
          </a:p>
        </p:txBody>
      </p:sp>
      <p:pic>
        <p:nvPicPr>
          <p:cNvPr id="7" name="Picture 6">
            <a:extLst>
              <a:ext uri="{FF2B5EF4-FFF2-40B4-BE49-F238E27FC236}">
                <a16:creationId xmlns:a16="http://schemas.microsoft.com/office/drawing/2014/main" id="{629DFF4D-EE69-7351-2872-5CC2CCFCE11B}"/>
              </a:ext>
            </a:extLst>
          </p:cNvPr>
          <p:cNvPicPr>
            <a:picLocks noChangeAspect="1"/>
          </p:cNvPicPr>
          <p:nvPr/>
        </p:nvPicPr>
        <p:blipFill>
          <a:blip r:embed="rId3">
            <a:extLst>
              <a:ext uri="{28A0092B-C50C-407E-A947-70E740481C1C}">
                <a14:useLocalDpi xmlns:a14="http://schemas.microsoft.com/office/drawing/2010/main" val="0"/>
              </a:ext>
            </a:extLst>
          </a:blip>
          <a:srcRect l="10203" t="18067" r="26131" b="4930"/>
          <a:stretch/>
        </p:blipFill>
        <p:spPr>
          <a:xfrm>
            <a:off x="479376" y="1340768"/>
            <a:ext cx="5697290" cy="3876000"/>
          </a:xfrm>
          <a:prstGeom prst="rect">
            <a:avLst/>
          </a:prstGeom>
        </p:spPr>
      </p:pic>
      <p:pic>
        <p:nvPicPr>
          <p:cNvPr id="12" name="Picture 11">
            <a:extLst>
              <a:ext uri="{FF2B5EF4-FFF2-40B4-BE49-F238E27FC236}">
                <a16:creationId xmlns:a16="http://schemas.microsoft.com/office/drawing/2014/main" id="{0B361FE7-A013-2FE2-AD7A-09F6C077EC2E}"/>
              </a:ext>
            </a:extLst>
          </p:cNvPr>
          <p:cNvPicPr>
            <a:picLocks noChangeAspect="1"/>
          </p:cNvPicPr>
          <p:nvPr/>
        </p:nvPicPr>
        <p:blipFill>
          <a:blip r:embed="rId4">
            <a:extLst>
              <a:ext uri="{28A0092B-C50C-407E-A947-70E740481C1C}">
                <a14:useLocalDpi xmlns:a14="http://schemas.microsoft.com/office/drawing/2010/main" val="0"/>
              </a:ext>
            </a:extLst>
          </a:blip>
          <a:srcRect l="9248" t="15350" r="51772" b="12200"/>
          <a:stretch/>
        </p:blipFill>
        <p:spPr>
          <a:xfrm>
            <a:off x="6816080" y="1196752"/>
            <a:ext cx="4752528" cy="4824536"/>
          </a:xfrm>
          <a:prstGeom prst="rect">
            <a:avLst/>
          </a:prstGeom>
        </p:spPr>
      </p:pic>
    </p:spTree>
    <p:extLst>
      <p:ext uri="{BB962C8B-B14F-4D97-AF65-F5344CB8AC3E}">
        <p14:creationId xmlns:p14="http://schemas.microsoft.com/office/powerpoint/2010/main" val="3423814188"/>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136525"/>
            <a:ext cx="10515600" cy="694162"/>
          </a:xfrm>
        </p:spPr>
        <p:txBody>
          <a:bodyPr>
            <a:noAutofit/>
          </a:bodyPr>
          <a:lstStyle/>
          <a:p>
            <a:pPr algn="ctr"/>
            <a:r>
              <a:rPr lang="en-US" sz="3200" b="1" dirty="0">
                <a:solidFill>
                  <a:schemeClr val="accent1">
                    <a:lumMod val="75000"/>
                  </a:schemeClr>
                </a:solidFill>
                <a:latin typeface="Times New Roman" pitchFamily="18" charset="0"/>
                <a:cs typeface="Times New Roman" pitchFamily="18" charset="0"/>
              </a:rPr>
              <a:t>Results and Discussions</a:t>
            </a:r>
            <a:endParaRPr lang="en-US" sz="3200" b="1" u="sng" dirty="0">
              <a:solidFill>
                <a:schemeClr val="tx1">
                  <a:lumMod val="75000"/>
                  <a:lumOff val="25000"/>
                </a:schemeClr>
              </a:solidFill>
              <a:latin typeface="Times New Roman" pitchFamily="18" charset="0"/>
              <a:cs typeface="Times New Roman" pitchFamily="18" charset="0"/>
            </a:endParaRPr>
          </a:p>
        </p:txBody>
      </p:sp>
      <p:sp>
        <p:nvSpPr>
          <p:cNvPr id="6" name="Date Placeholder 5">
            <a:extLst>
              <a:ext uri="{FF2B5EF4-FFF2-40B4-BE49-F238E27FC236}">
                <a16:creationId xmlns:a16="http://schemas.microsoft.com/office/drawing/2014/main" id="{24252FCF-B27B-4BF9-9A7D-79F85AD5ADBF}"/>
              </a:ext>
            </a:extLst>
          </p:cNvPr>
          <p:cNvSpPr>
            <a:spLocks noGrp="1"/>
          </p:cNvSpPr>
          <p:nvPr>
            <p:ph type="dt" sz="half" idx="10"/>
          </p:nvPr>
        </p:nvSpPr>
        <p:spPr/>
        <p:txBody>
          <a:bodyPr/>
          <a:lstStyle/>
          <a:p>
            <a:r>
              <a:rPr lang="en-US" dirty="0"/>
              <a:t>VII Semester, Department of ISE, RNSIT</a:t>
            </a:r>
          </a:p>
        </p:txBody>
      </p:sp>
      <p:sp>
        <p:nvSpPr>
          <p:cNvPr id="5" name="Footer Placeholder 4">
            <a:extLst>
              <a:ext uri="{FF2B5EF4-FFF2-40B4-BE49-F238E27FC236}">
                <a16:creationId xmlns:a16="http://schemas.microsoft.com/office/drawing/2014/main" id="{A7B1F4F0-081C-449C-9C3A-E0B44A6D0E5F}"/>
              </a:ext>
            </a:extLst>
          </p:cNvPr>
          <p:cNvSpPr>
            <a:spLocks noGrp="1"/>
          </p:cNvSpPr>
          <p:nvPr>
            <p:ph type="ftr" sz="quarter" idx="11"/>
          </p:nvPr>
        </p:nvSpPr>
        <p:spPr/>
        <p:txBody>
          <a:bodyPr/>
          <a:lstStyle/>
          <a:p>
            <a:r>
              <a:rPr lang="en-US" dirty="0"/>
              <a:t>2024 - 2025</a:t>
            </a:r>
          </a:p>
        </p:txBody>
      </p:sp>
      <p:sp>
        <p:nvSpPr>
          <p:cNvPr id="3" name="Slide Number Placeholder 2">
            <a:extLst>
              <a:ext uri="{FF2B5EF4-FFF2-40B4-BE49-F238E27FC236}">
                <a16:creationId xmlns:a16="http://schemas.microsoft.com/office/drawing/2014/main" id="{8FF483D0-FC24-4C7F-A767-4599303441E0}"/>
              </a:ext>
            </a:extLst>
          </p:cNvPr>
          <p:cNvSpPr>
            <a:spLocks noGrp="1"/>
          </p:cNvSpPr>
          <p:nvPr>
            <p:ph type="sldNum" sz="quarter" idx="12"/>
          </p:nvPr>
        </p:nvSpPr>
        <p:spPr/>
        <p:txBody>
          <a:bodyPr/>
          <a:lstStyle/>
          <a:p>
            <a:fld id="{5B4F5413-E548-45A8-B9DD-11B71454D5CA}" type="slidenum">
              <a:rPr lang="en-US" smtClean="0"/>
              <a:pPr/>
              <a:t>16</a:t>
            </a:fld>
            <a:endParaRPr lang="en-US" dirty="0"/>
          </a:p>
        </p:txBody>
      </p:sp>
      <p:sp>
        <p:nvSpPr>
          <p:cNvPr id="9" name="Content Placeholder 2">
            <a:extLst>
              <a:ext uri="{FF2B5EF4-FFF2-40B4-BE49-F238E27FC236}">
                <a16:creationId xmlns:a16="http://schemas.microsoft.com/office/drawing/2014/main" id="{B5F54E7E-0CB3-497B-98EB-74178BF12B55}"/>
              </a:ext>
            </a:extLst>
          </p:cNvPr>
          <p:cNvSpPr txBox="1">
            <a:spLocks/>
          </p:cNvSpPr>
          <p:nvPr/>
        </p:nvSpPr>
        <p:spPr>
          <a:xfrm>
            <a:off x="479376" y="992124"/>
            <a:ext cx="11233248" cy="5173180"/>
          </a:xfrm>
          <a:prstGeom prst="rect">
            <a:avLst/>
          </a:prstGeom>
        </p:spPr>
        <p:txBody>
          <a:bodyPr vert="horz" lIns="91440" tIns="45720" rIns="91440" bIns="45720" rtlCol="0">
            <a:normAutofit/>
          </a:bodyPr>
          <a:lstStyle>
            <a:lvl1pPr marL="171450" indent="-171450" algn="l" defTabSz="685800" rtl="0" eaLnBrk="1" latinLnBrk="0" hangingPunct="1">
              <a:lnSpc>
                <a:spcPct val="90000"/>
              </a:lnSpc>
              <a:spcBef>
                <a:spcPts val="750"/>
              </a:spcBef>
              <a:buFont typeface="Arial" panose="020B0604020202020204" pitchFamily="34" charset="0"/>
              <a:buChar char="•"/>
              <a:defRPr sz="2100" kern="1200">
                <a:solidFill>
                  <a:schemeClr val="tx1"/>
                </a:solidFill>
                <a:latin typeface="+mn-lt"/>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sz="1800" kern="1200">
                <a:solidFill>
                  <a:schemeClr val="tx1"/>
                </a:solidFill>
                <a:latin typeface="+mn-lt"/>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500" kern="1200">
                <a:solidFill>
                  <a:schemeClr val="tx1"/>
                </a:solidFill>
                <a:latin typeface="+mn-lt"/>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a:lstStyle>
          <a:p>
            <a:pPr marL="0" indent="0">
              <a:lnSpc>
                <a:spcPct val="150000"/>
              </a:lnSpc>
              <a:buNone/>
            </a:pPr>
            <a:endParaRPr lang="en-IN" sz="1800" b="1" dirty="0">
              <a:solidFill>
                <a:schemeClr val="tx1">
                  <a:lumMod val="75000"/>
                  <a:lumOff val="25000"/>
                </a:schemeClr>
              </a:solidFill>
              <a:latin typeface="Times New Roman" pitchFamily="18" charset="0"/>
              <a:cs typeface="Times New Roman" pitchFamily="18" charset="0"/>
            </a:endParaRPr>
          </a:p>
        </p:txBody>
      </p:sp>
      <p:pic>
        <p:nvPicPr>
          <p:cNvPr id="8" name="Picture 7">
            <a:extLst>
              <a:ext uri="{FF2B5EF4-FFF2-40B4-BE49-F238E27FC236}">
                <a16:creationId xmlns:a16="http://schemas.microsoft.com/office/drawing/2014/main" id="{6DED57BE-0D40-693D-21C2-3D0A529BF17C}"/>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30172" y="1188493"/>
            <a:ext cx="5537836" cy="4481013"/>
          </a:xfrm>
          <a:prstGeom prst="rect">
            <a:avLst/>
          </a:prstGeom>
        </p:spPr>
      </p:pic>
      <p:pic>
        <p:nvPicPr>
          <p:cNvPr id="11" name="Picture 10">
            <a:extLst>
              <a:ext uri="{FF2B5EF4-FFF2-40B4-BE49-F238E27FC236}">
                <a16:creationId xmlns:a16="http://schemas.microsoft.com/office/drawing/2014/main" id="{1221DB17-114C-AA59-9492-EA7613FAC961}"/>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6318804" y="1188494"/>
            <a:ext cx="5034996" cy="4481012"/>
          </a:xfrm>
          <a:prstGeom prst="rect">
            <a:avLst/>
          </a:prstGeom>
        </p:spPr>
      </p:pic>
    </p:spTree>
    <p:extLst>
      <p:ext uri="{BB962C8B-B14F-4D97-AF65-F5344CB8AC3E}">
        <p14:creationId xmlns:p14="http://schemas.microsoft.com/office/powerpoint/2010/main" val="1263764944"/>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063552" y="191482"/>
            <a:ext cx="7467600" cy="714396"/>
          </a:xfrm>
        </p:spPr>
        <p:txBody>
          <a:bodyPr>
            <a:normAutofit/>
          </a:bodyPr>
          <a:lstStyle/>
          <a:p>
            <a:pPr algn="ctr"/>
            <a:r>
              <a:rPr lang="en-US" sz="3200" b="1" dirty="0">
                <a:solidFill>
                  <a:schemeClr val="accent1">
                    <a:lumMod val="75000"/>
                  </a:schemeClr>
                </a:solidFill>
                <a:latin typeface="Times New Roman" pitchFamily="18" charset="0"/>
                <a:cs typeface="Times New Roman" pitchFamily="18" charset="0"/>
              </a:rPr>
              <a:t>CONCLUSIONS</a:t>
            </a:r>
            <a:endParaRPr lang="en-IN" sz="3200" dirty="0">
              <a:solidFill>
                <a:schemeClr val="accent1">
                  <a:lumMod val="75000"/>
                </a:schemeClr>
              </a:solidFill>
              <a:latin typeface="Times New Roman" pitchFamily="18" charset="0"/>
              <a:cs typeface="Times New Roman" pitchFamily="18" charset="0"/>
            </a:endParaRPr>
          </a:p>
        </p:txBody>
      </p:sp>
      <p:sp>
        <p:nvSpPr>
          <p:cNvPr id="3" name="Content Placeholder 2"/>
          <p:cNvSpPr>
            <a:spLocks noGrp="1"/>
          </p:cNvSpPr>
          <p:nvPr>
            <p:ph idx="1"/>
          </p:nvPr>
        </p:nvSpPr>
        <p:spPr>
          <a:xfrm>
            <a:off x="623392" y="1063762"/>
            <a:ext cx="11089232" cy="5292588"/>
          </a:xfrm>
        </p:spPr>
        <p:txBody>
          <a:bodyPr>
            <a:normAutofit/>
          </a:bodyPr>
          <a:lstStyle/>
          <a:p>
            <a:pPr marL="0" indent="0" algn="just">
              <a:buNone/>
            </a:pPr>
            <a:r>
              <a:rPr lang="en-US" sz="1800" dirty="0">
                <a:latin typeface="Times New Roman" panose="02020603050405020304" pitchFamily="18" charset="0"/>
                <a:cs typeface="Times New Roman" panose="02020603050405020304" pitchFamily="18" charset="0"/>
              </a:rPr>
              <a:t>The implementation of a fake registration plate detection and traffic rules violation detection system offers several critical benefits:</a:t>
            </a:r>
          </a:p>
          <a:p>
            <a:pPr algn="just"/>
            <a:r>
              <a:rPr lang="en-US" sz="1800" b="1" dirty="0">
                <a:latin typeface="Times New Roman" panose="02020603050405020304" pitchFamily="18" charset="0"/>
                <a:cs typeface="Times New Roman" panose="02020603050405020304" pitchFamily="18" charset="0"/>
              </a:rPr>
              <a:t>Deterrence</a:t>
            </a:r>
            <a:r>
              <a:rPr lang="en-US" sz="1800" dirty="0">
                <a:latin typeface="Times New Roman" panose="02020603050405020304" pitchFamily="18" charset="0"/>
                <a:cs typeface="Times New Roman" panose="02020603050405020304" pitchFamily="18" charset="0"/>
              </a:rPr>
              <a:t>: By detecting and penalizing the use of fake plates, the system discourages future violations.</a:t>
            </a:r>
          </a:p>
          <a:p>
            <a:pPr algn="just"/>
            <a:r>
              <a:rPr lang="en-US" sz="1800" b="1" dirty="0">
                <a:latin typeface="Times New Roman" panose="02020603050405020304" pitchFamily="18" charset="0"/>
                <a:cs typeface="Times New Roman" panose="02020603050405020304" pitchFamily="18" charset="0"/>
              </a:rPr>
              <a:t>Enhanced Road Safety</a:t>
            </a:r>
            <a:r>
              <a:rPr lang="en-US" sz="1800" dirty="0">
                <a:latin typeface="Times New Roman" panose="02020603050405020304" pitchFamily="18" charset="0"/>
                <a:cs typeface="Times New Roman" panose="02020603050405020304" pitchFamily="18" charset="0"/>
              </a:rPr>
              <a:t>: Identifying vehicles with fake registration plates helps reduce the risk posed by unlicensed or reckless drivers, contributing to fewer accidents and injuries.</a:t>
            </a:r>
          </a:p>
          <a:p>
            <a:pPr algn="just"/>
            <a:r>
              <a:rPr lang="en-US" sz="1800" b="1" dirty="0">
                <a:latin typeface="Times New Roman" panose="02020603050405020304" pitchFamily="18" charset="0"/>
                <a:cs typeface="Times New Roman" panose="02020603050405020304" pitchFamily="18" charset="0"/>
              </a:rPr>
              <a:t>Support for Law Enforcement</a:t>
            </a:r>
            <a:r>
              <a:rPr lang="en-US" sz="1800" dirty="0">
                <a:latin typeface="Times New Roman" panose="02020603050405020304" pitchFamily="18" charset="0"/>
                <a:cs typeface="Times New Roman" panose="02020603050405020304" pitchFamily="18" charset="0"/>
              </a:rPr>
              <a:t>: The system provides essential tools and information to law enforcement agencies, improving their ability to enforce traffic laws effectively.</a:t>
            </a:r>
          </a:p>
          <a:p>
            <a:pPr algn="just"/>
            <a:r>
              <a:rPr lang="en-US" sz="1800" b="1" dirty="0">
                <a:latin typeface="Times New Roman" panose="02020603050405020304" pitchFamily="18" charset="0"/>
                <a:cs typeface="Times New Roman" panose="02020603050405020304" pitchFamily="18" charset="0"/>
              </a:rPr>
              <a:t>Public Safety Protection</a:t>
            </a:r>
            <a:r>
              <a:rPr lang="en-US" sz="1800" dirty="0">
                <a:latin typeface="Times New Roman" panose="02020603050405020304" pitchFamily="18" charset="0"/>
                <a:cs typeface="Times New Roman" panose="02020603050405020304" pitchFamily="18" charset="0"/>
              </a:rPr>
              <a:t>: By tracking vehicles potentially involved in criminal activities, the system enhances public safety and security.</a:t>
            </a:r>
          </a:p>
          <a:p>
            <a:pPr algn="just"/>
            <a:r>
              <a:rPr lang="en-US" sz="1800" b="1" dirty="0">
                <a:latin typeface="Times New Roman" panose="02020603050405020304" pitchFamily="18" charset="0"/>
                <a:cs typeface="Times New Roman" panose="02020603050405020304" pitchFamily="18" charset="0"/>
              </a:rPr>
              <a:t>Real-time Alerts</a:t>
            </a:r>
            <a:r>
              <a:rPr lang="en-US" sz="1800" dirty="0">
                <a:latin typeface="Times New Roman" panose="02020603050405020304" pitchFamily="18" charset="0"/>
                <a:cs typeface="Times New Roman" panose="02020603050405020304" pitchFamily="18" charset="0"/>
              </a:rPr>
              <a:t>: The capability to generate notifications ensures that authorities are promptly informed of any detected fake registration plates, facilitating swift action.</a:t>
            </a:r>
          </a:p>
          <a:p>
            <a:pPr marL="0" indent="0" algn="just">
              <a:buNone/>
            </a:pPr>
            <a:endParaRPr lang="en-US" sz="1800" dirty="0">
              <a:latin typeface="Times New Roman" panose="02020603050405020304" pitchFamily="18" charset="0"/>
              <a:cs typeface="Times New Roman" panose="02020603050405020304" pitchFamily="18" charset="0"/>
            </a:endParaRPr>
          </a:p>
          <a:p>
            <a:pPr marL="0" indent="0" algn="just">
              <a:buNone/>
            </a:pPr>
            <a:r>
              <a:rPr lang="en-US" sz="1800" dirty="0">
                <a:latin typeface="Times New Roman" panose="02020603050405020304" pitchFamily="18" charset="0"/>
                <a:cs typeface="Times New Roman" panose="02020603050405020304" pitchFamily="18" charset="0"/>
              </a:rPr>
              <a:t>In summary, this system not only addresses the issue of fake registration plates but also contributes significantly to overall road safety and law enforcement efficiency.</a:t>
            </a:r>
          </a:p>
        </p:txBody>
      </p:sp>
      <p:sp>
        <p:nvSpPr>
          <p:cNvPr id="5" name="Date Placeholder 4">
            <a:extLst>
              <a:ext uri="{FF2B5EF4-FFF2-40B4-BE49-F238E27FC236}">
                <a16:creationId xmlns:a16="http://schemas.microsoft.com/office/drawing/2014/main" id="{BA33232D-C5B6-4904-B0FD-67D9A472EF55}"/>
              </a:ext>
            </a:extLst>
          </p:cNvPr>
          <p:cNvSpPr>
            <a:spLocks noGrp="1"/>
          </p:cNvSpPr>
          <p:nvPr>
            <p:ph type="dt" sz="half" idx="10"/>
          </p:nvPr>
        </p:nvSpPr>
        <p:spPr/>
        <p:txBody>
          <a:bodyPr/>
          <a:lstStyle/>
          <a:p>
            <a:r>
              <a:rPr lang="en-US" dirty="0"/>
              <a:t>VII Semester, Department of ISE, RNSIT</a:t>
            </a:r>
          </a:p>
        </p:txBody>
      </p:sp>
      <p:sp>
        <p:nvSpPr>
          <p:cNvPr id="4" name="Footer Placeholder 3">
            <a:extLst>
              <a:ext uri="{FF2B5EF4-FFF2-40B4-BE49-F238E27FC236}">
                <a16:creationId xmlns:a16="http://schemas.microsoft.com/office/drawing/2014/main" id="{93F751C5-4D03-4713-B38A-E84F63B94AB2}"/>
              </a:ext>
            </a:extLst>
          </p:cNvPr>
          <p:cNvSpPr>
            <a:spLocks noGrp="1"/>
          </p:cNvSpPr>
          <p:nvPr>
            <p:ph type="ftr" sz="quarter" idx="11"/>
          </p:nvPr>
        </p:nvSpPr>
        <p:spPr/>
        <p:txBody>
          <a:bodyPr/>
          <a:lstStyle/>
          <a:p>
            <a:r>
              <a:rPr lang="en-US" dirty="0"/>
              <a:t>2024 - 2025</a:t>
            </a:r>
          </a:p>
        </p:txBody>
      </p:sp>
      <p:sp>
        <p:nvSpPr>
          <p:cNvPr id="7" name="Slide Number Placeholder 6">
            <a:extLst>
              <a:ext uri="{FF2B5EF4-FFF2-40B4-BE49-F238E27FC236}">
                <a16:creationId xmlns:a16="http://schemas.microsoft.com/office/drawing/2014/main" id="{C198CA14-345C-4F3F-85D3-748718383803}"/>
              </a:ext>
            </a:extLst>
          </p:cNvPr>
          <p:cNvSpPr>
            <a:spLocks noGrp="1"/>
          </p:cNvSpPr>
          <p:nvPr>
            <p:ph type="sldNum" sz="quarter" idx="12"/>
          </p:nvPr>
        </p:nvSpPr>
        <p:spPr/>
        <p:txBody>
          <a:bodyPr/>
          <a:lstStyle/>
          <a:p>
            <a:fld id="{5B4F5413-E548-45A8-B9DD-11B71454D5CA}" type="slidenum">
              <a:rPr lang="en-US" smtClean="0"/>
              <a:pPr/>
              <a:t>17</a:t>
            </a:fld>
            <a:endParaRPr lang="en-US"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135560" y="136525"/>
            <a:ext cx="7467600" cy="714396"/>
          </a:xfrm>
        </p:spPr>
        <p:txBody>
          <a:bodyPr>
            <a:normAutofit/>
          </a:bodyPr>
          <a:lstStyle/>
          <a:p>
            <a:pPr algn="ctr"/>
            <a:r>
              <a:rPr lang="en-US" sz="3200" b="1" dirty="0">
                <a:solidFill>
                  <a:schemeClr val="accent1">
                    <a:lumMod val="75000"/>
                  </a:schemeClr>
                </a:solidFill>
                <a:latin typeface="Times New Roman" pitchFamily="18" charset="0"/>
                <a:cs typeface="Times New Roman" pitchFamily="18" charset="0"/>
              </a:rPr>
              <a:t>Future Enhancements</a:t>
            </a:r>
            <a:endParaRPr lang="en-IN" sz="3200" dirty="0">
              <a:solidFill>
                <a:schemeClr val="accent1">
                  <a:lumMod val="75000"/>
                </a:schemeClr>
              </a:solidFill>
              <a:latin typeface="Times New Roman" pitchFamily="18" charset="0"/>
              <a:cs typeface="Times New Roman" pitchFamily="18" charset="0"/>
            </a:endParaRPr>
          </a:p>
        </p:txBody>
      </p:sp>
      <p:sp>
        <p:nvSpPr>
          <p:cNvPr id="3" name="Content Placeholder 2"/>
          <p:cNvSpPr>
            <a:spLocks noGrp="1"/>
          </p:cNvSpPr>
          <p:nvPr>
            <p:ph idx="1"/>
          </p:nvPr>
        </p:nvSpPr>
        <p:spPr>
          <a:xfrm>
            <a:off x="623392" y="1052736"/>
            <a:ext cx="10730408" cy="5184576"/>
          </a:xfrm>
        </p:spPr>
        <p:txBody>
          <a:bodyPr>
            <a:normAutofit/>
          </a:bodyPr>
          <a:lstStyle/>
          <a:p>
            <a:pPr algn="just">
              <a:buFont typeface="Wingdings" panose="05000000000000000000" pitchFamily="2" charset="2"/>
              <a:buChar char="Ø"/>
            </a:pPr>
            <a:r>
              <a:rPr lang="en-US" sz="1800" b="1" dirty="0">
                <a:latin typeface="Times New Roman" panose="02020603050405020304" pitchFamily="18" charset="0"/>
                <a:cs typeface="Times New Roman" panose="02020603050405020304" pitchFamily="18" charset="0"/>
              </a:rPr>
              <a:t>Cloud-Based Systems: </a:t>
            </a:r>
            <a:r>
              <a:rPr lang="en-US" sz="1800" dirty="0">
                <a:latin typeface="Times New Roman" panose="02020603050405020304" pitchFamily="18" charset="0"/>
                <a:cs typeface="Times New Roman" panose="02020603050405020304" pitchFamily="18" charset="0"/>
              </a:rPr>
              <a:t>Leveraging cloud computing for storing and processing large data volumes, enabling faster analysis and greater scalability.</a:t>
            </a:r>
          </a:p>
          <a:p>
            <a:pPr algn="just">
              <a:buFont typeface="Wingdings" panose="05000000000000000000" pitchFamily="2" charset="2"/>
              <a:buChar char="Ø"/>
            </a:pPr>
            <a:r>
              <a:rPr lang="en-US" sz="1800" b="1" dirty="0">
                <a:latin typeface="Times New Roman" panose="02020603050405020304" pitchFamily="18" charset="0"/>
                <a:cs typeface="Times New Roman" panose="02020603050405020304" pitchFamily="18" charset="0"/>
              </a:rPr>
              <a:t>Advanced Analytics: </a:t>
            </a:r>
            <a:r>
              <a:rPr lang="en-US" sz="1800" dirty="0">
                <a:latin typeface="Times New Roman" panose="02020603050405020304" pitchFamily="18" charset="0"/>
                <a:cs typeface="Times New Roman" panose="02020603050405020304" pitchFamily="18" charset="0"/>
              </a:rPr>
              <a:t>Integrating predictive analytics to forecast violations or trends, facilitating proactive traffic management and enforcement.</a:t>
            </a:r>
          </a:p>
          <a:p>
            <a:pPr algn="just">
              <a:buFont typeface="Wingdings" panose="05000000000000000000" pitchFamily="2" charset="2"/>
              <a:buChar char="Ø"/>
            </a:pPr>
            <a:r>
              <a:rPr lang="en-US" sz="1800" b="1" dirty="0">
                <a:latin typeface="Times New Roman" panose="02020603050405020304" pitchFamily="18" charset="0"/>
                <a:cs typeface="Times New Roman" panose="02020603050405020304" pitchFamily="18" charset="0"/>
              </a:rPr>
              <a:t>Enhanced Privacy Features: </a:t>
            </a:r>
            <a:r>
              <a:rPr lang="en-US" sz="1800" dirty="0">
                <a:latin typeface="Times New Roman" panose="02020603050405020304" pitchFamily="18" charset="0"/>
                <a:cs typeface="Times New Roman" panose="02020603050405020304" pitchFamily="18" charset="0"/>
              </a:rPr>
              <a:t>Implementing robust data protection measures and anonymization techniques to address privacy concerns while ensuring system effectiveness.</a:t>
            </a:r>
          </a:p>
          <a:p>
            <a:pPr algn="just">
              <a:buFont typeface="Wingdings" panose="05000000000000000000" pitchFamily="2" charset="2"/>
              <a:buChar char="Ø"/>
            </a:pPr>
            <a:r>
              <a:rPr lang="en-US" sz="1800" b="1" dirty="0">
                <a:latin typeface="Times New Roman" panose="02020603050405020304" pitchFamily="18" charset="0"/>
                <a:cs typeface="Times New Roman" panose="02020603050405020304" pitchFamily="18" charset="0"/>
              </a:rPr>
              <a:t>Machine Learning Integration: </a:t>
            </a:r>
            <a:r>
              <a:rPr lang="en-US" sz="1800" dirty="0">
                <a:latin typeface="Times New Roman" panose="02020603050405020304" pitchFamily="18" charset="0"/>
                <a:cs typeface="Times New Roman" panose="02020603050405020304" pitchFamily="18" charset="0"/>
              </a:rPr>
              <a:t>Utilizing machine learning algorithms to continuously improve detection accuracy and adapt to new patterns of fake plate usage.</a:t>
            </a:r>
          </a:p>
          <a:p>
            <a:pPr algn="just">
              <a:buFont typeface="Wingdings" panose="05000000000000000000" pitchFamily="2" charset="2"/>
              <a:buChar char="Ø"/>
            </a:pPr>
            <a:r>
              <a:rPr lang="en-US" sz="1800" b="1" dirty="0">
                <a:latin typeface="Times New Roman" panose="02020603050405020304" pitchFamily="18" charset="0"/>
                <a:cs typeface="Times New Roman" panose="02020603050405020304" pitchFamily="18" charset="0"/>
              </a:rPr>
              <a:t>Real-Time Alerts: </a:t>
            </a:r>
            <a:r>
              <a:rPr lang="en-US" sz="1800" dirty="0">
                <a:latin typeface="Times New Roman" panose="02020603050405020304" pitchFamily="18" charset="0"/>
                <a:cs typeface="Times New Roman" panose="02020603050405020304" pitchFamily="18" charset="0"/>
              </a:rPr>
              <a:t>Enhancing immediate notifications to law enforcement agencies when fake plates are detected, allowing for timely interventions.</a:t>
            </a:r>
          </a:p>
          <a:p>
            <a:pPr algn="just">
              <a:buFont typeface="Wingdings" panose="05000000000000000000" pitchFamily="2" charset="2"/>
              <a:buChar char="Ø"/>
            </a:pPr>
            <a:r>
              <a:rPr lang="en-US" sz="1800" b="1" dirty="0">
                <a:latin typeface="Times New Roman" panose="02020603050405020304" pitchFamily="18" charset="0"/>
                <a:cs typeface="Times New Roman" panose="02020603050405020304" pitchFamily="18" charset="0"/>
              </a:rPr>
              <a:t>Mobile Applications: </a:t>
            </a:r>
            <a:r>
              <a:rPr lang="en-US" sz="1800" dirty="0">
                <a:latin typeface="Times New Roman" panose="02020603050405020304" pitchFamily="18" charset="0"/>
                <a:cs typeface="Times New Roman" panose="02020603050405020304" pitchFamily="18" charset="0"/>
              </a:rPr>
              <a:t>Developing mobile applications for easier access to the system by law enforcement officers in the field, enhancing responsiveness.</a:t>
            </a:r>
          </a:p>
          <a:p>
            <a:pPr algn="just">
              <a:buFont typeface="Wingdings" panose="05000000000000000000" pitchFamily="2" charset="2"/>
              <a:buChar char="Ø"/>
            </a:pPr>
            <a:r>
              <a:rPr lang="en-US" sz="1800" b="1" dirty="0">
                <a:latin typeface="Times New Roman" panose="02020603050405020304" pitchFamily="18" charset="0"/>
                <a:cs typeface="Times New Roman" panose="02020603050405020304" pitchFamily="18" charset="0"/>
              </a:rPr>
              <a:t>Public Awareness Campaigns: </a:t>
            </a:r>
            <a:r>
              <a:rPr lang="en-US" sz="1800" dirty="0">
                <a:latin typeface="Times New Roman" panose="02020603050405020304" pitchFamily="18" charset="0"/>
                <a:cs typeface="Times New Roman" panose="02020603050405020304" pitchFamily="18" charset="0"/>
              </a:rPr>
              <a:t>Implementing educational programs to inform the public about the dangers of fake registration plates and the importance of compliance.</a:t>
            </a:r>
          </a:p>
          <a:p>
            <a:pPr marL="0" indent="0">
              <a:buNone/>
            </a:pPr>
            <a:endParaRPr lang="en-US" sz="1800" dirty="0"/>
          </a:p>
        </p:txBody>
      </p:sp>
      <p:sp>
        <p:nvSpPr>
          <p:cNvPr id="5" name="Date Placeholder 4">
            <a:extLst>
              <a:ext uri="{FF2B5EF4-FFF2-40B4-BE49-F238E27FC236}">
                <a16:creationId xmlns:a16="http://schemas.microsoft.com/office/drawing/2014/main" id="{BA33232D-C5B6-4904-B0FD-67D9A472EF55}"/>
              </a:ext>
            </a:extLst>
          </p:cNvPr>
          <p:cNvSpPr>
            <a:spLocks noGrp="1"/>
          </p:cNvSpPr>
          <p:nvPr>
            <p:ph type="dt" sz="half" idx="10"/>
          </p:nvPr>
        </p:nvSpPr>
        <p:spPr/>
        <p:txBody>
          <a:bodyPr/>
          <a:lstStyle/>
          <a:p>
            <a:r>
              <a:rPr lang="en-US" dirty="0"/>
              <a:t>VII Semester, Department of ISE, RNSIT</a:t>
            </a:r>
          </a:p>
        </p:txBody>
      </p:sp>
      <p:sp>
        <p:nvSpPr>
          <p:cNvPr id="4" name="Footer Placeholder 3">
            <a:extLst>
              <a:ext uri="{FF2B5EF4-FFF2-40B4-BE49-F238E27FC236}">
                <a16:creationId xmlns:a16="http://schemas.microsoft.com/office/drawing/2014/main" id="{93F751C5-4D03-4713-B38A-E84F63B94AB2}"/>
              </a:ext>
            </a:extLst>
          </p:cNvPr>
          <p:cNvSpPr>
            <a:spLocks noGrp="1"/>
          </p:cNvSpPr>
          <p:nvPr>
            <p:ph type="ftr" sz="quarter" idx="11"/>
          </p:nvPr>
        </p:nvSpPr>
        <p:spPr/>
        <p:txBody>
          <a:bodyPr/>
          <a:lstStyle/>
          <a:p>
            <a:r>
              <a:rPr lang="en-US" dirty="0"/>
              <a:t>2024 - 2025</a:t>
            </a:r>
          </a:p>
        </p:txBody>
      </p:sp>
      <p:sp>
        <p:nvSpPr>
          <p:cNvPr id="7" name="Slide Number Placeholder 6">
            <a:extLst>
              <a:ext uri="{FF2B5EF4-FFF2-40B4-BE49-F238E27FC236}">
                <a16:creationId xmlns:a16="http://schemas.microsoft.com/office/drawing/2014/main" id="{AEE063CF-6D7D-432E-B18C-EBA1A9073E26}"/>
              </a:ext>
            </a:extLst>
          </p:cNvPr>
          <p:cNvSpPr>
            <a:spLocks noGrp="1"/>
          </p:cNvSpPr>
          <p:nvPr>
            <p:ph type="sldNum" sz="quarter" idx="12"/>
          </p:nvPr>
        </p:nvSpPr>
        <p:spPr/>
        <p:txBody>
          <a:bodyPr/>
          <a:lstStyle/>
          <a:p>
            <a:fld id="{5B4F5413-E548-45A8-B9DD-11B71454D5CA}" type="slidenum">
              <a:rPr lang="en-US" smtClean="0"/>
              <a:pPr/>
              <a:t>18</a:t>
            </a:fld>
            <a:endParaRPr lang="en-US" dirty="0"/>
          </a:p>
        </p:txBody>
      </p:sp>
    </p:spTree>
    <p:extLst>
      <p:ext uri="{BB962C8B-B14F-4D97-AF65-F5344CB8AC3E}">
        <p14:creationId xmlns:p14="http://schemas.microsoft.com/office/powerpoint/2010/main" val="1294571576"/>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983432" y="136525"/>
            <a:ext cx="10370368" cy="6219825"/>
          </a:xfrm>
        </p:spPr>
        <p:txBody>
          <a:bodyPr>
            <a:normAutofit fontScale="92500" lnSpcReduction="10000"/>
          </a:bodyPr>
          <a:lstStyle/>
          <a:p>
            <a:pPr algn="ctr">
              <a:buNone/>
            </a:pPr>
            <a:r>
              <a:rPr lang="en-US" sz="3200" b="1" dirty="0">
                <a:solidFill>
                  <a:schemeClr val="accent1">
                    <a:lumMod val="75000"/>
                  </a:schemeClr>
                </a:solidFill>
                <a:latin typeface="Times New Roman" pitchFamily="18" charset="0"/>
                <a:cs typeface="Times New Roman" pitchFamily="18" charset="0"/>
              </a:rPr>
              <a:t>REFERENCES</a:t>
            </a:r>
          </a:p>
          <a:p>
            <a:pPr algn="ctr">
              <a:buNone/>
            </a:pPr>
            <a:r>
              <a:rPr lang="en-US" sz="3200" b="1" dirty="0">
                <a:solidFill>
                  <a:schemeClr val="accent1">
                    <a:lumMod val="75000"/>
                  </a:schemeClr>
                </a:solidFill>
                <a:latin typeface="Times New Roman" pitchFamily="18" charset="0"/>
                <a:cs typeface="Times New Roman" pitchFamily="18" charset="0"/>
              </a:rPr>
              <a:t>(In IEEE Standard format only)</a:t>
            </a:r>
          </a:p>
          <a:p>
            <a:pPr marL="0" indent="0" algn="just">
              <a:buNone/>
            </a:pPr>
            <a:r>
              <a:rPr lang="en-US" sz="1800" dirty="0">
                <a:solidFill>
                  <a:schemeClr val="tx1">
                    <a:lumMod val="75000"/>
                    <a:lumOff val="25000"/>
                  </a:schemeClr>
                </a:solidFill>
              </a:rPr>
              <a:t> </a:t>
            </a:r>
            <a:r>
              <a:rPr lang="en-US" sz="1800" dirty="0">
                <a:latin typeface="Times New Roman" panose="02020603050405020304" pitchFamily="18" charset="0"/>
                <a:cs typeface="Times New Roman" panose="02020603050405020304" pitchFamily="18" charset="0"/>
              </a:rPr>
              <a:t>[1] Automated Vehicle Numberplate Detection and Recognition - 2021 </a:t>
            </a:r>
          </a:p>
          <a:p>
            <a:pPr marL="0" indent="0" algn="just">
              <a:buNone/>
            </a:pPr>
            <a:r>
              <a:rPr lang="en-US" sz="1800" dirty="0">
                <a:latin typeface="Times New Roman" panose="02020603050405020304" pitchFamily="18" charset="0"/>
                <a:cs typeface="Times New Roman" panose="02020603050405020304" pitchFamily="18" charset="0"/>
              </a:rPr>
              <a:t>[2] A Real-Time Wrong-Way Vehicle Detection Based on YOLO and Centroid Tracking - 2020 </a:t>
            </a:r>
          </a:p>
          <a:p>
            <a:pPr marL="0" indent="0" algn="just">
              <a:buNone/>
            </a:pPr>
            <a:r>
              <a:rPr lang="en-US" sz="1800" dirty="0">
                <a:latin typeface="Times New Roman" panose="02020603050405020304" pitchFamily="18" charset="0"/>
                <a:cs typeface="Times New Roman" panose="02020603050405020304" pitchFamily="18" charset="0"/>
              </a:rPr>
              <a:t>[3] Traffic Rules Violation Detection using Machine Learning Techniques - 2021 </a:t>
            </a:r>
          </a:p>
          <a:p>
            <a:pPr marL="0" indent="0" algn="just">
              <a:buNone/>
            </a:pPr>
            <a:r>
              <a:rPr lang="en-US" sz="1800" dirty="0">
                <a:latin typeface="Times New Roman" panose="02020603050405020304" pitchFamily="18" charset="0"/>
                <a:cs typeface="Times New Roman" panose="02020603050405020304" pitchFamily="18" charset="0"/>
              </a:rPr>
              <a:t>[4] YOLO-Based Recognition Method for Automatic License Plate Recognition - 2020 </a:t>
            </a:r>
          </a:p>
          <a:p>
            <a:pPr marL="0" indent="0" algn="just">
              <a:buNone/>
            </a:pPr>
            <a:r>
              <a:rPr lang="en-US" sz="1800" dirty="0">
                <a:latin typeface="Times New Roman" panose="02020603050405020304" pitchFamily="18" charset="0"/>
                <a:cs typeface="Times New Roman" panose="02020603050405020304" pitchFamily="18" charset="0"/>
              </a:rPr>
              <a:t>[5] Machine Learning-based Surveillance System for Detection of Bike Riders without Helmets and Triple Rides – 2020</a:t>
            </a:r>
          </a:p>
          <a:p>
            <a:pPr marL="0" indent="0" algn="just">
              <a:buNone/>
            </a:pPr>
            <a:r>
              <a:rPr lang="en-US" sz="1800" dirty="0">
                <a:latin typeface="Times New Roman" panose="02020603050405020304" pitchFamily="18" charset="0"/>
                <a:cs typeface="Times New Roman" panose="02020603050405020304" pitchFamily="18" charset="0"/>
              </a:rPr>
              <a:t>[6] Vehicle Number Plate Recognition System: A Literature Review and Implementation Using Template Matching</a:t>
            </a:r>
            <a:endParaRPr lang="en-IN" sz="1800" dirty="0">
              <a:latin typeface="Times New Roman" panose="02020603050405020304" pitchFamily="18" charset="0"/>
              <a:cs typeface="Times New Roman" panose="02020603050405020304" pitchFamily="18" charset="0"/>
            </a:endParaRPr>
          </a:p>
          <a:p>
            <a:pPr marL="0" indent="0" algn="just">
              <a:buNone/>
            </a:pPr>
            <a:r>
              <a:rPr lang="en-US" sz="1800" dirty="0">
                <a:latin typeface="Times New Roman" panose="02020603050405020304" pitchFamily="18" charset="0"/>
                <a:cs typeface="Times New Roman" panose="02020603050405020304" pitchFamily="18" charset="0"/>
              </a:rPr>
              <a:t>[7] Fake and Stolen Number Plate Detection- 2023</a:t>
            </a:r>
            <a:endParaRPr lang="en-IN" sz="1800" dirty="0">
              <a:latin typeface="Times New Roman" panose="02020603050405020304" pitchFamily="18" charset="0"/>
              <a:cs typeface="Times New Roman" panose="02020603050405020304" pitchFamily="18" charset="0"/>
            </a:endParaRPr>
          </a:p>
          <a:p>
            <a:pPr marL="0" indent="0" algn="just">
              <a:buNone/>
            </a:pPr>
            <a:r>
              <a:rPr lang="en-US" sz="1800" dirty="0">
                <a:latin typeface="Times New Roman" panose="02020603050405020304" pitchFamily="18" charset="0"/>
                <a:cs typeface="Times New Roman" panose="02020603050405020304" pitchFamily="18" charset="0"/>
              </a:rPr>
              <a:t>[8] Literature Survey on Vehicle Recognition for Augmented Reality Using Android Smart Phones -  2020</a:t>
            </a:r>
            <a:endParaRPr lang="en-IN" sz="1800" dirty="0">
              <a:latin typeface="Times New Roman" panose="02020603050405020304" pitchFamily="18" charset="0"/>
              <a:cs typeface="Times New Roman" panose="02020603050405020304" pitchFamily="18" charset="0"/>
            </a:endParaRPr>
          </a:p>
          <a:p>
            <a:pPr marL="0" indent="0" algn="just">
              <a:buNone/>
            </a:pPr>
            <a:r>
              <a:rPr lang="en-US" sz="1800" dirty="0">
                <a:latin typeface="Times New Roman" panose="02020603050405020304" pitchFamily="18" charset="0"/>
                <a:cs typeface="Times New Roman" panose="02020603050405020304" pitchFamily="18" charset="0"/>
              </a:rPr>
              <a:t>[9] </a:t>
            </a:r>
            <a:r>
              <a:rPr lang="en-IN" sz="1800" dirty="0">
                <a:latin typeface="Times New Roman" panose="02020603050405020304" pitchFamily="18" charset="0"/>
                <a:cs typeface="Times New Roman" panose="02020603050405020304" pitchFamily="18" charset="0"/>
              </a:rPr>
              <a:t>License Plate Recognition System-Survey - 2021</a:t>
            </a:r>
          </a:p>
          <a:p>
            <a:pPr marL="0" indent="0" algn="just">
              <a:buNone/>
            </a:pPr>
            <a:r>
              <a:rPr lang="en-IN" sz="1800" dirty="0">
                <a:latin typeface="Times New Roman" panose="02020603050405020304" pitchFamily="18" charset="0"/>
                <a:cs typeface="Times New Roman" panose="02020603050405020304" pitchFamily="18" charset="0"/>
              </a:rPr>
              <a:t>[10] </a:t>
            </a:r>
            <a:r>
              <a:rPr lang="en-US" sz="1800" dirty="0">
                <a:latin typeface="Times New Roman" panose="02020603050405020304" pitchFamily="18" charset="0"/>
                <a:cs typeface="Times New Roman" panose="02020603050405020304" pitchFamily="18" charset="0"/>
              </a:rPr>
              <a:t>A Survey On Automatic Vehicle Number Plate Detection System- 2017</a:t>
            </a:r>
            <a:endParaRPr lang="en-IN" sz="1800" dirty="0">
              <a:latin typeface="Times New Roman" panose="02020603050405020304" pitchFamily="18" charset="0"/>
              <a:cs typeface="Times New Roman" panose="02020603050405020304" pitchFamily="18" charset="0"/>
            </a:endParaRPr>
          </a:p>
          <a:p>
            <a:pPr marL="0" indent="0" algn="just">
              <a:buNone/>
            </a:pPr>
            <a:r>
              <a:rPr lang="en-IN" sz="1800" dirty="0">
                <a:latin typeface="Times New Roman" panose="02020603050405020304" pitchFamily="18" charset="0"/>
                <a:cs typeface="Times New Roman" panose="02020603050405020304" pitchFamily="18" charset="0"/>
              </a:rPr>
              <a:t>[11] </a:t>
            </a:r>
            <a:r>
              <a:rPr lang="en-US" sz="1800" dirty="0">
                <a:latin typeface="Times New Roman" panose="02020603050405020304" pitchFamily="18" charset="0"/>
                <a:cs typeface="Times New Roman" panose="02020603050405020304" pitchFamily="18" charset="0"/>
              </a:rPr>
              <a:t>YOLO-Based Recognition Method for Automatic License Plate Recognition - 2020</a:t>
            </a:r>
            <a:endParaRPr lang="en-IN" sz="1800" dirty="0">
              <a:latin typeface="Times New Roman" panose="02020603050405020304" pitchFamily="18" charset="0"/>
              <a:cs typeface="Times New Roman" panose="02020603050405020304" pitchFamily="18" charset="0"/>
            </a:endParaRPr>
          </a:p>
          <a:p>
            <a:pPr marL="0" indent="0" algn="just">
              <a:buNone/>
            </a:pPr>
            <a:r>
              <a:rPr lang="en-IN" sz="1800" dirty="0">
                <a:latin typeface="Times New Roman" panose="02020603050405020304" pitchFamily="18" charset="0"/>
                <a:cs typeface="Times New Roman" panose="02020603050405020304" pitchFamily="18" charset="0"/>
              </a:rPr>
              <a:t>[12] </a:t>
            </a:r>
            <a:r>
              <a:rPr lang="en-US" sz="1800" kern="1200" dirty="0">
                <a:solidFill>
                  <a:schemeClr val="dk1"/>
                </a:solidFill>
                <a:latin typeface="Times New Roman" panose="02020603050405020304" pitchFamily="18" charset="0"/>
                <a:cs typeface="Times New Roman" panose="02020603050405020304" pitchFamily="18" charset="0"/>
              </a:rPr>
              <a:t>Detecting Traffic Rule Violations and Promoting Road Safety through Artificial Intelligence - 2023</a:t>
            </a:r>
          </a:p>
          <a:p>
            <a:pPr marL="0" indent="0" algn="just">
              <a:buNone/>
            </a:pPr>
            <a:r>
              <a:rPr lang="en-IN" sz="1800" dirty="0">
                <a:latin typeface="Times New Roman" panose="02020603050405020304" pitchFamily="18" charset="0"/>
                <a:cs typeface="Times New Roman" panose="02020603050405020304" pitchFamily="18" charset="0"/>
              </a:rPr>
              <a:t>[13] </a:t>
            </a:r>
            <a:r>
              <a:rPr lang="en-US" sz="1800" kern="1200" dirty="0">
                <a:solidFill>
                  <a:schemeClr val="dk1"/>
                </a:solidFill>
                <a:latin typeface="Times New Roman" panose="02020603050405020304" pitchFamily="18" charset="0"/>
                <a:cs typeface="Times New Roman" panose="02020603050405020304" pitchFamily="18" charset="0"/>
              </a:rPr>
              <a:t>Detecting Traffic Rule Violations and Promoting Road Safety through Artificial Intelligence - 2023</a:t>
            </a:r>
          </a:p>
          <a:p>
            <a:pPr marL="0" indent="0" algn="just">
              <a:buNone/>
            </a:pPr>
            <a:r>
              <a:rPr lang="en-IN" sz="1800" dirty="0">
                <a:latin typeface="Times New Roman" panose="02020603050405020304" pitchFamily="18" charset="0"/>
                <a:cs typeface="Times New Roman" panose="02020603050405020304" pitchFamily="18" charset="0"/>
              </a:rPr>
              <a:t>[14] </a:t>
            </a:r>
            <a:r>
              <a:rPr lang="en-US" sz="1800" dirty="0">
                <a:latin typeface="Times New Roman" panose="02020603050405020304" pitchFamily="18" charset="0"/>
                <a:cs typeface="Times New Roman" panose="02020603050405020304" pitchFamily="18" charset="0"/>
              </a:rPr>
              <a:t>Traffic Rules Violation Detection System – 2022</a:t>
            </a:r>
          </a:p>
          <a:p>
            <a:pPr marL="0" indent="0" algn="just">
              <a:buNone/>
            </a:pPr>
            <a:r>
              <a:rPr lang="en-IN" sz="1800" dirty="0">
                <a:latin typeface="Times New Roman" panose="02020603050405020304" pitchFamily="18" charset="0"/>
                <a:cs typeface="Times New Roman" panose="02020603050405020304" pitchFamily="18" charset="0"/>
              </a:rPr>
              <a:t>[15] Intelligent Traffic Violation Detection </a:t>
            </a:r>
            <a:r>
              <a:rPr lang="en-US" sz="1800" dirty="0">
                <a:latin typeface="Times New Roman" panose="02020603050405020304" pitchFamily="18" charset="0"/>
                <a:cs typeface="Times New Roman" panose="02020603050405020304" pitchFamily="18" charset="0"/>
              </a:rPr>
              <a:t>-  2021</a:t>
            </a:r>
            <a:endParaRPr lang="en-IN" sz="1800" dirty="0">
              <a:latin typeface="Times New Roman" panose="02020603050405020304" pitchFamily="18" charset="0"/>
              <a:cs typeface="Times New Roman" panose="02020603050405020304" pitchFamily="18" charset="0"/>
            </a:endParaRPr>
          </a:p>
          <a:p>
            <a:pPr>
              <a:buNone/>
            </a:pPr>
            <a:endParaRPr lang="en-US" sz="1800" dirty="0">
              <a:solidFill>
                <a:schemeClr val="tx1">
                  <a:lumMod val="75000"/>
                  <a:lumOff val="25000"/>
                </a:schemeClr>
              </a:solidFill>
            </a:endParaRPr>
          </a:p>
        </p:txBody>
      </p:sp>
      <p:sp>
        <p:nvSpPr>
          <p:cNvPr id="4" name="Date Placeholder 3">
            <a:extLst>
              <a:ext uri="{FF2B5EF4-FFF2-40B4-BE49-F238E27FC236}">
                <a16:creationId xmlns:a16="http://schemas.microsoft.com/office/drawing/2014/main" id="{A7C2A149-87F3-4546-B37B-612BD139184B}"/>
              </a:ext>
            </a:extLst>
          </p:cNvPr>
          <p:cNvSpPr>
            <a:spLocks noGrp="1"/>
          </p:cNvSpPr>
          <p:nvPr>
            <p:ph type="dt" sz="half" idx="10"/>
          </p:nvPr>
        </p:nvSpPr>
        <p:spPr/>
        <p:txBody>
          <a:bodyPr/>
          <a:lstStyle/>
          <a:p>
            <a:r>
              <a:rPr lang="en-US" dirty="0"/>
              <a:t>VII Semester, Department of ISE, RNSIT</a:t>
            </a:r>
          </a:p>
        </p:txBody>
      </p:sp>
      <p:sp>
        <p:nvSpPr>
          <p:cNvPr id="2" name="Footer Placeholder 1">
            <a:extLst>
              <a:ext uri="{FF2B5EF4-FFF2-40B4-BE49-F238E27FC236}">
                <a16:creationId xmlns:a16="http://schemas.microsoft.com/office/drawing/2014/main" id="{DFA78DEB-6914-4A76-B9B4-66FB89B00F93}"/>
              </a:ext>
            </a:extLst>
          </p:cNvPr>
          <p:cNvSpPr>
            <a:spLocks noGrp="1"/>
          </p:cNvSpPr>
          <p:nvPr>
            <p:ph type="ftr" sz="quarter" idx="11"/>
          </p:nvPr>
        </p:nvSpPr>
        <p:spPr/>
        <p:txBody>
          <a:bodyPr/>
          <a:lstStyle/>
          <a:p>
            <a:r>
              <a:rPr lang="en-US" dirty="0"/>
              <a:t>2024 - 2025</a:t>
            </a:r>
          </a:p>
        </p:txBody>
      </p:sp>
      <p:sp>
        <p:nvSpPr>
          <p:cNvPr id="6" name="Slide Number Placeholder 5">
            <a:extLst>
              <a:ext uri="{FF2B5EF4-FFF2-40B4-BE49-F238E27FC236}">
                <a16:creationId xmlns:a16="http://schemas.microsoft.com/office/drawing/2014/main" id="{8351C7A7-D0BC-42EC-8035-D91B8D8A8121}"/>
              </a:ext>
            </a:extLst>
          </p:cNvPr>
          <p:cNvSpPr>
            <a:spLocks noGrp="1"/>
          </p:cNvSpPr>
          <p:nvPr>
            <p:ph type="sldNum" sz="quarter" idx="12"/>
          </p:nvPr>
        </p:nvSpPr>
        <p:spPr/>
        <p:txBody>
          <a:bodyPr/>
          <a:lstStyle/>
          <a:p>
            <a:fld id="{5B4F5413-E548-45A8-B9DD-11B71454D5CA}" type="slidenum">
              <a:rPr lang="en-US" smtClean="0"/>
              <a:pPr/>
              <a:t>19</a:t>
            </a:fld>
            <a:endParaRPr lang="en-US"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413248" y="908720"/>
            <a:ext cx="7488832" cy="1614534"/>
          </a:xfrm>
        </p:spPr>
        <p:txBody>
          <a:bodyPr>
            <a:normAutofit/>
          </a:bodyPr>
          <a:lstStyle/>
          <a:p>
            <a:pPr algn="ctr"/>
            <a:r>
              <a:rPr lang="en-US" sz="4800" b="1" dirty="0">
                <a:ln w="10541" cmpd="sng">
                  <a:solidFill>
                    <a:schemeClr val="accent1">
                      <a:shade val="88000"/>
                      <a:satMod val="110000"/>
                    </a:schemeClr>
                  </a:solidFill>
                  <a:prstDash val="solid"/>
                </a:ln>
                <a:solidFill>
                  <a:srgbClr val="000066"/>
                </a:solidFill>
                <a:latin typeface="Eras Bold ITC" panose="020B0907030504020204" pitchFamily="34" charset="0"/>
              </a:rPr>
              <a:t>Question and Answer</a:t>
            </a:r>
          </a:p>
        </p:txBody>
      </p:sp>
      <p:sp>
        <p:nvSpPr>
          <p:cNvPr id="4" name="Date Placeholder 3">
            <a:extLst>
              <a:ext uri="{FF2B5EF4-FFF2-40B4-BE49-F238E27FC236}">
                <a16:creationId xmlns:a16="http://schemas.microsoft.com/office/drawing/2014/main" id="{0DD6ABC9-2AA8-45D3-BBEA-5EDA91A7663B}"/>
              </a:ext>
            </a:extLst>
          </p:cNvPr>
          <p:cNvSpPr>
            <a:spLocks noGrp="1"/>
          </p:cNvSpPr>
          <p:nvPr>
            <p:ph type="dt" sz="half" idx="10"/>
          </p:nvPr>
        </p:nvSpPr>
        <p:spPr/>
        <p:txBody>
          <a:bodyPr/>
          <a:lstStyle/>
          <a:p>
            <a:r>
              <a:rPr lang="en-US" dirty="0"/>
              <a:t>VII Semester, Department of ISE, RNSIT</a:t>
            </a:r>
          </a:p>
        </p:txBody>
      </p:sp>
      <p:sp>
        <p:nvSpPr>
          <p:cNvPr id="3" name="Footer Placeholder 2">
            <a:extLst>
              <a:ext uri="{FF2B5EF4-FFF2-40B4-BE49-F238E27FC236}">
                <a16:creationId xmlns:a16="http://schemas.microsoft.com/office/drawing/2014/main" id="{7BFABEAA-379F-4A82-AF2D-B81BD8E4AC4A}"/>
              </a:ext>
            </a:extLst>
          </p:cNvPr>
          <p:cNvSpPr>
            <a:spLocks noGrp="1"/>
          </p:cNvSpPr>
          <p:nvPr>
            <p:ph type="ftr" sz="quarter" idx="11"/>
          </p:nvPr>
        </p:nvSpPr>
        <p:spPr/>
        <p:txBody>
          <a:bodyPr/>
          <a:lstStyle/>
          <a:p>
            <a:r>
              <a:rPr lang="en-US" dirty="0"/>
              <a:t>2024 - 2025</a:t>
            </a:r>
          </a:p>
        </p:txBody>
      </p:sp>
      <p:sp>
        <p:nvSpPr>
          <p:cNvPr id="6" name="Slide Number Placeholder 5">
            <a:extLst>
              <a:ext uri="{FF2B5EF4-FFF2-40B4-BE49-F238E27FC236}">
                <a16:creationId xmlns:a16="http://schemas.microsoft.com/office/drawing/2014/main" id="{84D77451-EDE1-4F8C-ACC9-367848FE9A6A}"/>
              </a:ext>
            </a:extLst>
          </p:cNvPr>
          <p:cNvSpPr>
            <a:spLocks noGrp="1"/>
          </p:cNvSpPr>
          <p:nvPr>
            <p:ph type="sldNum" sz="quarter" idx="12"/>
          </p:nvPr>
        </p:nvSpPr>
        <p:spPr/>
        <p:txBody>
          <a:bodyPr/>
          <a:lstStyle/>
          <a:p>
            <a:fld id="{5B4F5413-E548-45A8-B9DD-11B71454D5CA}" type="slidenum">
              <a:rPr lang="en-US" smtClean="0"/>
              <a:pPr/>
              <a:t>20</a:t>
            </a:fld>
            <a:endParaRPr lang="en-US" dirty="0"/>
          </a:p>
        </p:txBody>
      </p:sp>
      <p:pic>
        <p:nvPicPr>
          <p:cNvPr id="1030" name="Picture 6" descr="feedback and question - answer speech bubbles icon vector design. - question and answer stock illustrations">
            <a:extLst>
              <a:ext uri="{FF2B5EF4-FFF2-40B4-BE49-F238E27FC236}">
                <a16:creationId xmlns:a16="http://schemas.microsoft.com/office/drawing/2014/main" id="{C10DF475-4354-259C-EE16-A18AE35770BE}"/>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t="16950" b="26232"/>
          <a:stretch/>
        </p:blipFill>
        <p:spPr bwMode="auto">
          <a:xfrm>
            <a:off x="3714750" y="2523253"/>
            <a:ext cx="4762500" cy="2705947"/>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a:extLst>
              <a:ext uri="{FF2B5EF4-FFF2-40B4-BE49-F238E27FC236}">
                <a16:creationId xmlns:a16="http://schemas.microsoft.com/office/drawing/2014/main" id="{4F225990-F38C-4DDC-86BA-7F06ABDAFCC0}"/>
              </a:ext>
            </a:extLst>
          </p:cNvPr>
          <p:cNvSpPr>
            <a:spLocks noGrp="1"/>
          </p:cNvSpPr>
          <p:nvPr>
            <p:ph type="dt" sz="half" idx="10"/>
          </p:nvPr>
        </p:nvSpPr>
        <p:spPr/>
        <p:txBody>
          <a:bodyPr/>
          <a:lstStyle/>
          <a:p>
            <a:r>
              <a:rPr lang="en-US" dirty="0"/>
              <a:t>VII Semester, Department of ISE, RNSIT</a:t>
            </a:r>
          </a:p>
        </p:txBody>
      </p:sp>
      <p:sp>
        <p:nvSpPr>
          <p:cNvPr id="3" name="Footer Placeholder 2">
            <a:extLst>
              <a:ext uri="{FF2B5EF4-FFF2-40B4-BE49-F238E27FC236}">
                <a16:creationId xmlns:a16="http://schemas.microsoft.com/office/drawing/2014/main" id="{6E55FA4F-0ACB-4158-BB75-7AD52B710C35}"/>
              </a:ext>
            </a:extLst>
          </p:cNvPr>
          <p:cNvSpPr>
            <a:spLocks noGrp="1"/>
          </p:cNvSpPr>
          <p:nvPr>
            <p:ph type="ftr" sz="quarter" idx="11"/>
          </p:nvPr>
        </p:nvSpPr>
        <p:spPr/>
        <p:txBody>
          <a:bodyPr/>
          <a:lstStyle/>
          <a:p>
            <a:r>
              <a:rPr lang="en-US" dirty="0"/>
              <a:t>2024 - 2025</a:t>
            </a:r>
          </a:p>
        </p:txBody>
      </p:sp>
      <p:sp>
        <p:nvSpPr>
          <p:cNvPr id="6" name="Slide Number Placeholder 5">
            <a:extLst>
              <a:ext uri="{FF2B5EF4-FFF2-40B4-BE49-F238E27FC236}">
                <a16:creationId xmlns:a16="http://schemas.microsoft.com/office/drawing/2014/main" id="{CD602A3F-45C8-46FF-A99F-20E606B7B72B}"/>
              </a:ext>
            </a:extLst>
          </p:cNvPr>
          <p:cNvSpPr>
            <a:spLocks noGrp="1"/>
          </p:cNvSpPr>
          <p:nvPr>
            <p:ph type="sldNum" sz="quarter" idx="12"/>
          </p:nvPr>
        </p:nvSpPr>
        <p:spPr/>
        <p:txBody>
          <a:bodyPr/>
          <a:lstStyle/>
          <a:p>
            <a:fld id="{5B4F5413-E548-45A8-B9DD-11B71454D5CA}" type="slidenum">
              <a:rPr lang="en-US" smtClean="0"/>
              <a:pPr/>
              <a:t>21</a:t>
            </a:fld>
            <a:endParaRPr lang="en-US" dirty="0"/>
          </a:p>
        </p:txBody>
      </p:sp>
      <p:pic>
        <p:nvPicPr>
          <p:cNvPr id="2050" name="Picture 2" descr="Thank you - isolated inscription with font on white background. Hand lettering. Vector.">
            <a:extLst>
              <a:ext uri="{FF2B5EF4-FFF2-40B4-BE49-F238E27FC236}">
                <a16:creationId xmlns:a16="http://schemas.microsoft.com/office/drawing/2014/main" id="{EBE29191-DB28-A68F-D0BF-E53AD2EFA728}"/>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135560" y="1124744"/>
            <a:ext cx="7920880" cy="396044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27039976"/>
      </p:ext>
    </p:extLst>
  </p:cSld>
  <p:clrMapOvr>
    <a:masterClrMapping/>
  </p:clrMapOvr>
</p:sld>
</file>

<file path=ppt/theme/theme1.xml><?xml version="1.0" encoding="utf-8"?>
<a:theme xmlns:a="http://schemas.openxmlformats.org/drawingml/2006/main" name="Office Theme">
  <a:themeElements>
    <a:clrScheme name="Office Them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Them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2013 - 2022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Office 2013 - 2022 Theme</Template>
  <TotalTime>3255</TotalTime>
  <Words>2987</Words>
  <Application>Microsoft Office PowerPoint</Application>
  <PresentationFormat>Widescreen</PresentationFormat>
  <Paragraphs>302</Paragraphs>
  <Slides>21</Slides>
  <Notes>7</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21</vt:i4>
      </vt:variant>
    </vt:vector>
  </HeadingPairs>
  <TitlesOfParts>
    <vt:vector size="29" baseType="lpstr">
      <vt:lpstr>Arial</vt:lpstr>
      <vt:lpstr>Berlin Sans FB Demi</vt:lpstr>
      <vt:lpstr>Calibri</vt:lpstr>
      <vt:lpstr>Calibri Light</vt:lpstr>
      <vt:lpstr>Eras Bold ITC</vt:lpstr>
      <vt:lpstr>Times New Roman</vt:lpstr>
      <vt:lpstr>Wingdings</vt:lpstr>
      <vt:lpstr>Office Theme</vt:lpstr>
      <vt:lpstr>Fake Registration Plate and Traffic Rules Violation Detection   </vt:lpstr>
      <vt:lpstr>AGENDA</vt:lpstr>
      <vt:lpstr>ABSTRACT </vt:lpstr>
      <vt:lpstr>INTRODUCTION </vt:lpstr>
      <vt:lpstr>   INTRODUCTION</vt:lpstr>
      <vt:lpstr>   INTRODUCTION</vt:lpstr>
      <vt:lpstr>PowerPoint Presentation</vt:lpstr>
      <vt:lpstr>   LITERATURE SURVEY </vt:lpstr>
      <vt:lpstr>LITERATURE SURVEY</vt:lpstr>
      <vt:lpstr>PowerPoint Presentation</vt:lpstr>
      <vt:lpstr>ANALYSIS</vt:lpstr>
      <vt:lpstr>ANALYSIS</vt:lpstr>
      <vt:lpstr>System Design </vt:lpstr>
      <vt:lpstr>Implementation</vt:lpstr>
      <vt:lpstr>Results and Discussions</vt:lpstr>
      <vt:lpstr>Results and Discussions</vt:lpstr>
      <vt:lpstr>CONCLUSIONS</vt:lpstr>
      <vt:lpstr>Future Enhancements</vt:lpstr>
      <vt:lpstr>PowerPoint Presentation</vt:lpstr>
      <vt:lpstr>Question and Answer</vt:lpstr>
      <vt:lpstr>PowerPoint Presentation</vt:lpstr>
    </vt:vector>
  </TitlesOfParts>
  <Company>DARSHAN SATHYA</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Slide 1</dc:title>
  <dc:creator>DARSHAN SATHYA</dc:creator>
  <cp:lastModifiedBy>deepa warad</cp:lastModifiedBy>
  <cp:revision>296</cp:revision>
  <dcterms:created xsi:type="dcterms:W3CDTF">2015-10-29T14:36:38Z</dcterms:created>
  <dcterms:modified xsi:type="dcterms:W3CDTF">2025-02-12T07:08:58Z</dcterms:modified>
</cp:coreProperties>
</file>